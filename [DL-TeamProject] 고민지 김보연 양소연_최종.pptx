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  <p:sldId id="271" r:id="rId13"/>
    <p:sldId id="272" r:id="rId14"/>
    <p:sldId id="267" r:id="rId15"/>
    <p:sldId id="274" r:id="rId16"/>
    <p:sldId id="268" r:id="rId17"/>
    <p:sldId id="275" r:id="rId18"/>
    <p:sldId id="276" r:id="rId19"/>
    <p:sldId id="277" r:id="rId20"/>
    <p:sldId id="269" r:id="rId21"/>
    <p:sldId id="270" r:id="rId22"/>
  </p:sldIdLst>
  <p:sldSz cx="18288000" cy="10287000"/>
  <p:notesSz cx="10287000" cy="1828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26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66F1F-CE9B-4651-A6AA-CD717754106B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har char="•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166F1F-CE9B-4651-A6AA-CD717754106B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021451-1387-4CA6-816F-3879F97B5CB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�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�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5.png"/><Relationship Id="rId18" Type="http://schemas.openxmlformats.org/officeDocument/2006/relationships/image" Target="../media/image40.png"/><Relationship Id="rId26" Type="http://schemas.openxmlformats.org/officeDocument/2006/relationships/image" Target="../media/image48.png"/><Relationship Id="rId3" Type="http://schemas.openxmlformats.org/officeDocument/2006/relationships/image" Target="../media/image26.png"/><Relationship Id="rId21" Type="http://schemas.openxmlformats.org/officeDocument/2006/relationships/image" Target="../media/image43.png"/><Relationship Id="rId7" Type="http://schemas.openxmlformats.org/officeDocument/2006/relationships/image" Target="../media/image30.png"/><Relationship Id="rId12" Type="http://schemas.openxmlformats.org/officeDocument/2006/relationships/image" Target="../media/image34.png"/><Relationship Id="rId17" Type="http://schemas.openxmlformats.org/officeDocument/2006/relationships/image" Target="../media/image39.png"/><Relationship Id="rId25" Type="http://schemas.openxmlformats.org/officeDocument/2006/relationships/image" Target="../media/image47.png"/><Relationship Id="rId2" Type="http://schemas.openxmlformats.org/officeDocument/2006/relationships/image" Target="../media/image25.png"/><Relationship Id="rId16" Type="http://schemas.openxmlformats.org/officeDocument/2006/relationships/image" Target="../media/image38.png"/><Relationship Id="rId20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33.png"/><Relationship Id="rId24" Type="http://schemas.openxmlformats.org/officeDocument/2006/relationships/image" Target="../media/image46.png"/><Relationship Id="rId5" Type="http://schemas.openxmlformats.org/officeDocument/2006/relationships/image" Target="../media/image28.png"/><Relationship Id="rId15" Type="http://schemas.openxmlformats.org/officeDocument/2006/relationships/image" Target="../media/image37.png"/><Relationship Id="rId23" Type="http://schemas.openxmlformats.org/officeDocument/2006/relationships/image" Target="../media/image45.png"/><Relationship Id="rId28" Type="http://schemas.openxmlformats.org/officeDocument/2006/relationships/image" Target="../media/image50.png"/><Relationship Id="rId10" Type="http://schemas.openxmlformats.org/officeDocument/2006/relationships/image" Target="../media/image14.png"/><Relationship Id="rId19" Type="http://schemas.openxmlformats.org/officeDocument/2006/relationships/image" Target="../media/image41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36.png"/><Relationship Id="rId22" Type="http://schemas.openxmlformats.org/officeDocument/2006/relationships/image" Target="../media/image44.png"/><Relationship Id="rId27" Type="http://schemas.openxmlformats.org/officeDocument/2006/relationships/image" Target="../media/image49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4.png"/><Relationship Id="rId18" Type="http://schemas.openxmlformats.org/officeDocument/2006/relationships/image" Target="../media/image59.png"/><Relationship Id="rId26" Type="http://schemas.openxmlformats.org/officeDocument/2006/relationships/image" Target="../media/image67.png"/><Relationship Id="rId3" Type="http://schemas.openxmlformats.org/officeDocument/2006/relationships/image" Target="../media/image52.png"/><Relationship Id="rId21" Type="http://schemas.openxmlformats.org/officeDocument/2006/relationships/image" Target="../media/image62.png"/><Relationship Id="rId34" Type="http://schemas.openxmlformats.org/officeDocument/2006/relationships/image" Target="../media/image75.png"/><Relationship Id="rId7" Type="http://schemas.openxmlformats.org/officeDocument/2006/relationships/image" Target="../media/image29.png"/><Relationship Id="rId12" Type="http://schemas.openxmlformats.org/officeDocument/2006/relationships/image" Target="../media/image53.png"/><Relationship Id="rId17" Type="http://schemas.openxmlformats.org/officeDocument/2006/relationships/image" Target="../media/image58.png"/><Relationship Id="rId25" Type="http://schemas.openxmlformats.org/officeDocument/2006/relationships/image" Target="../media/image66.png"/><Relationship Id="rId33" Type="http://schemas.openxmlformats.org/officeDocument/2006/relationships/image" Target="../media/image74.png"/><Relationship Id="rId2" Type="http://schemas.openxmlformats.org/officeDocument/2006/relationships/image" Target="../media/image51.png"/><Relationship Id="rId16" Type="http://schemas.openxmlformats.org/officeDocument/2006/relationships/image" Target="../media/image57.png"/><Relationship Id="rId20" Type="http://schemas.openxmlformats.org/officeDocument/2006/relationships/image" Target="../media/image61.png"/><Relationship Id="rId29" Type="http://schemas.openxmlformats.org/officeDocument/2006/relationships/image" Target="../media/image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24" Type="http://schemas.openxmlformats.org/officeDocument/2006/relationships/image" Target="../media/image65.png"/><Relationship Id="rId32" Type="http://schemas.openxmlformats.org/officeDocument/2006/relationships/image" Target="../media/image73.png"/><Relationship Id="rId5" Type="http://schemas.openxmlformats.org/officeDocument/2006/relationships/image" Target="../media/image27.png"/><Relationship Id="rId15" Type="http://schemas.openxmlformats.org/officeDocument/2006/relationships/image" Target="../media/image56.png"/><Relationship Id="rId23" Type="http://schemas.openxmlformats.org/officeDocument/2006/relationships/image" Target="../media/image64.png"/><Relationship Id="rId28" Type="http://schemas.openxmlformats.org/officeDocument/2006/relationships/image" Target="../media/image69.png"/><Relationship Id="rId10" Type="http://schemas.openxmlformats.org/officeDocument/2006/relationships/image" Target="../media/image32.png"/><Relationship Id="rId19" Type="http://schemas.openxmlformats.org/officeDocument/2006/relationships/image" Target="../media/image60.png"/><Relationship Id="rId31" Type="http://schemas.openxmlformats.org/officeDocument/2006/relationships/image" Target="../media/image72.png"/><Relationship Id="rId4" Type="http://schemas.openxmlformats.org/officeDocument/2006/relationships/image" Target="../media/image25.png"/><Relationship Id="rId9" Type="http://schemas.openxmlformats.org/officeDocument/2006/relationships/image" Target="../media/image31.png"/><Relationship Id="rId14" Type="http://schemas.openxmlformats.org/officeDocument/2006/relationships/image" Target="../media/image55.png"/><Relationship Id="rId22" Type="http://schemas.openxmlformats.org/officeDocument/2006/relationships/image" Target="../media/image63.png"/><Relationship Id="rId27" Type="http://schemas.openxmlformats.org/officeDocument/2006/relationships/image" Target="../media/image68.png"/><Relationship Id="rId30" Type="http://schemas.openxmlformats.org/officeDocument/2006/relationships/image" Target="../media/image71.png"/><Relationship Id="rId35" Type="http://schemas.openxmlformats.org/officeDocument/2006/relationships/image" Target="../media/image76.png"/><Relationship Id="rId8" Type="http://schemas.openxmlformats.org/officeDocument/2006/relationships/image" Target="../media/image30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7.png"/><Relationship Id="rId18" Type="http://schemas.openxmlformats.org/officeDocument/2006/relationships/image" Target="../media/image88.png"/><Relationship Id="rId26" Type="http://schemas.openxmlformats.org/officeDocument/2006/relationships/image" Target="../media/image96.png"/><Relationship Id="rId3" Type="http://schemas.openxmlformats.org/officeDocument/2006/relationships/image" Target="../media/image77.png"/><Relationship Id="rId21" Type="http://schemas.openxmlformats.org/officeDocument/2006/relationships/image" Target="../media/image91.png"/><Relationship Id="rId34" Type="http://schemas.openxmlformats.org/officeDocument/2006/relationships/image" Target="../media/image104.png"/><Relationship Id="rId7" Type="http://schemas.openxmlformats.org/officeDocument/2006/relationships/image" Target="../media/image81.png"/><Relationship Id="rId12" Type="http://schemas.openxmlformats.org/officeDocument/2006/relationships/image" Target="../media/image84.png"/><Relationship Id="rId17" Type="http://schemas.openxmlformats.org/officeDocument/2006/relationships/image" Target="../media/image87.png"/><Relationship Id="rId25" Type="http://schemas.openxmlformats.org/officeDocument/2006/relationships/image" Target="../media/image95.png"/><Relationship Id="rId33" Type="http://schemas.openxmlformats.org/officeDocument/2006/relationships/image" Target="../media/image103.png"/><Relationship Id="rId2" Type="http://schemas.openxmlformats.org/officeDocument/2006/relationships/image" Target="../media/image25.png"/><Relationship Id="rId16" Type="http://schemas.openxmlformats.org/officeDocument/2006/relationships/image" Target="../media/image86.png"/><Relationship Id="rId20" Type="http://schemas.openxmlformats.org/officeDocument/2006/relationships/image" Target="../media/image90.png"/><Relationship Id="rId29" Type="http://schemas.openxmlformats.org/officeDocument/2006/relationships/image" Target="../media/image9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0.png"/><Relationship Id="rId11" Type="http://schemas.openxmlformats.org/officeDocument/2006/relationships/image" Target="../media/image83.png"/><Relationship Id="rId24" Type="http://schemas.openxmlformats.org/officeDocument/2006/relationships/image" Target="../media/image94.png"/><Relationship Id="rId32" Type="http://schemas.openxmlformats.org/officeDocument/2006/relationships/image" Target="../media/image102.png"/><Relationship Id="rId5" Type="http://schemas.openxmlformats.org/officeDocument/2006/relationships/image" Target="../media/image79.png"/><Relationship Id="rId15" Type="http://schemas.openxmlformats.org/officeDocument/2006/relationships/image" Target="../media/image85.png"/><Relationship Id="rId23" Type="http://schemas.openxmlformats.org/officeDocument/2006/relationships/image" Target="../media/image93.png"/><Relationship Id="rId28" Type="http://schemas.openxmlformats.org/officeDocument/2006/relationships/image" Target="../media/image98.png"/><Relationship Id="rId10" Type="http://schemas.openxmlformats.org/officeDocument/2006/relationships/image" Target="../media/image53.png"/><Relationship Id="rId19" Type="http://schemas.openxmlformats.org/officeDocument/2006/relationships/image" Target="../media/image89.png"/><Relationship Id="rId31" Type="http://schemas.openxmlformats.org/officeDocument/2006/relationships/image" Target="../media/image101.png"/><Relationship Id="rId4" Type="http://schemas.openxmlformats.org/officeDocument/2006/relationships/image" Target="../media/image78.png"/><Relationship Id="rId9" Type="http://schemas.openxmlformats.org/officeDocument/2006/relationships/image" Target="../media/image33.png"/><Relationship Id="rId14" Type="http://schemas.openxmlformats.org/officeDocument/2006/relationships/image" Target="../media/image68.png"/><Relationship Id="rId22" Type="http://schemas.openxmlformats.org/officeDocument/2006/relationships/image" Target="../media/image92.png"/><Relationship Id="rId27" Type="http://schemas.openxmlformats.org/officeDocument/2006/relationships/image" Target="../media/image97.png"/><Relationship Id="rId30" Type="http://schemas.openxmlformats.org/officeDocument/2006/relationships/image" Target="../media/image100.png"/><Relationship Id="rId8" Type="http://schemas.openxmlformats.org/officeDocument/2006/relationships/image" Target="../media/image8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13" Type="http://schemas.openxmlformats.org/officeDocument/2006/relationships/image" Target="../media/image108.png"/><Relationship Id="rId18" Type="http://schemas.openxmlformats.org/officeDocument/2006/relationships/image" Target="../media/image113.png"/><Relationship Id="rId3" Type="http://schemas.openxmlformats.org/officeDocument/2006/relationships/image" Target="../media/image28.png"/><Relationship Id="rId21" Type="http://schemas.openxmlformats.org/officeDocument/2006/relationships/image" Target="../media/image33.png"/><Relationship Id="rId7" Type="http://schemas.openxmlformats.org/officeDocument/2006/relationships/image" Target="../media/image32.png"/><Relationship Id="rId12" Type="http://schemas.openxmlformats.org/officeDocument/2006/relationships/image" Target="../media/image107.png"/><Relationship Id="rId17" Type="http://schemas.openxmlformats.org/officeDocument/2006/relationships/image" Target="../media/image112.png"/><Relationship Id="rId2" Type="http://schemas.openxmlformats.org/officeDocument/2006/relationships/image" Target="../media/image25.png"/><Relationship Id="rId16" Type="http://schemas.openxmlformats.org/officeDocument/2006/relationships/image" Target="../media/image111.png"/><Relationship Id="rId20" Type="http://schemas.openxmlformats.org/officeDocument/2006/relationships/image" Target="../media/image1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106.png"/><Relationship Id="rId24" Type="http://schemas.openxmlformats.org/officeDocument/2006/relationships/image" Target="../media/image117.png"/><Relationship Id="rId5" Type="http://schemas.openxmlformats.org/officeDocument/2006/relationships/image" Target="../media/image30.png"/><Relationship Id="rId15" Type="http://schemas.openxmlformats.org/officeDocument/2006/relationships/image" Target="../media/image110.png"/><Relationship Id="rId23" Type="http://schemas.openxmlformats.org/officeDocument/2006/relationships/image" Target="../media/image116.png"/><Relationship Id="rId10" Type="http://schemas.openxmlformats.org/officeDocument/2006/relationships/image" Target="../media/image68.png"/><Relationship Id="rId19" Type="http://schemas.openxmlformats.org/officeDocument/2006/relationships/image" Target="../media/image114.png"/><Relationship Id="rId4" Type="http://schemas.openxmlformats.org/officeDocument/2006/relationships/image" Target="../media/image29.png"/><Relationship Id="rId9" Type="http://schemas.openxmlformats.org/officeDocument/2006/relationships/image" Target="../media/image67.png"/><Relationship Id="rId14" Type="http://schemas.openxmlformats.org/officeDocument/2006/relationships/image" Target="../media/image109.png"/><Relationship Id="rId22" Type="http://schemas.openxmlformats.org/officeDocument/2006/relationships/image" Target="../media/image5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118.png"/><Relationship Id="rId18" Type="http://schemas.openxmlformats.org/officeDocument/2006/relationships/image" Target="../media/image123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107.png"/><Relationship Id="rId17" Type="http://schemas.openxmlformats.org/officeDocument/2006/relationships/image" Target="../media/image122.png"/><Relationship Id="rId2" Type="http://schemas.openxmlformats.org/officeDocument/2006/relationships/image" Target="../media/image25.png"/><Relationship Id="rId16" Type="http://schemas.openxmlformats.org/officeDocument/2006/relationships/image" Target="../media/image121.png"/><Relationship Id="rId20" Type="http://schemas.openxmlformats.org/officeDocument/2006/relationships/image" Target="../media/image5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11" Type="http://schemas.openxmlformats.org/officeDocument/2006/relationships/image" Target="../media/image106.png"/><Relationship Id="rId5" Type="http://schemas.openxmlformats.org/officeDocument/2006/relationships/image" Target="../media/image29.png"/><Relationship Id="rId15" Type="http://schemas.openxmlformats.org/officeDocument/2006/relationships/image" Target="../media/image120.png"/><Relationship Id="rId10" Type="http://schemas.openxmlformats.org/officeDocument/2006/relationships/image" Target="../media/image68.png"/><Relationship Id="rId19" Type="http://schemas.openxmlformats.org/officeDocument/2006/relationships/image" Target="../media/image33.png"/><Relationship Id="rId4" Type="http://schemas.openxmlformats.org/officeDocument/2006/relationships/image" Target="../media/image28.png"/><Relationship Id="rId9" Type="http://schemas.openxmlformats.org/officeDocument/2006/relationships/image" Target="../media/image67.png"/><Relationship Id="rId14" Type="http://schemas.openxmlformats.org/officeDocument/2006/relationships/image" Target="../media/image1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125.png"/><Relationship Id="rId3" Type="http://schemas.openxmlformats.org/officeDocument/2006/relationships/image" Target="../media/image25.png"/><Relationship Id="rId7" Type="http://schemas.openxmlformats.org/officeDocument/2006/relationships/image" Target="../media/image30.png"/><Relationship Id="rId12" Type="http://schemas.openxmlformats.org/officeDocument/2006/relationships/image" Target="../media/image118.png"/><Relationship Id="rId17" Type="http://schemas.openxmlformats.org/officeDocument/2006/relationships/image" Target="../media/image127.png"/><Relationship Id="rId2" Type="http://schemas.openxmlformats.org/officeDocument/2006/relationships/image" Target="../media/image124.png"/><Relationship Id="rId16" Type="http://schemas.openxmlformats.org/officeDocument/2006/relationships/image" Target="../media/image1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105.png"/><Relationship Id="rId5" Type="http://schemas.openxmlformats.org/officeDocument/2006/relationships/image" Target="../media/image28.png"/><Relationship Id="rId15" Type="http://schemas.openxmlformats.org/officeDocument/2006/relationships/image" Target="../media/image6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6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128.png"/><Relationship Id="rId3" Type="http://schemas.openxmlformats.org/officeDocument/2006/relationships/image" Target="../media/image25.png"/><Relationship Id="rId7" Type="http://schemas.openxmlformats.org/officeDocument/2006/relationships/image" Target="../media/image30.png"/><Relationship Id="rId12" Type="http://schemas.openxmlformats.org/officeDocument/2006/relationships/image" Target="../media/image118.png"/><Relationship Id="rId17" Type="http://schemas.openxmlformats.org/officeDocument/2006/relationships/image" Target="../media/image130.png"/><Relationship Id="rId2" Type="http://schemas.openxmlformats.org/officeDocument/2006/relationships/image" Target="../media/image124.png"/><Relationship Id="rId16" Type="http://schemas.openxmlformats.org/officeDocument/2006/relationships/image" Target="../media/image1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105.png"/><Relationship Id="rId5" Type="http://schemas.openxmlformats.org/officeDocument/2006/relationships/image" Target="../media/image28.png"/><Relationship Id="rId15" Type="http://schemas.openxmlformats.org/officeDocument/2006/relationships/image" Target="../media/image6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67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3.png"/><Relationship Id="rId18" Type="http://schemas.openxmlformats.org/officeDocument/2006/relationships/image" Target="../media/image137.png"/><Relationship Id="rId26" Type="http://schemas.openxmlformats.org/officeDocument/2006/relationships/image" Target="../media/image145.png"/><Relationship Id="rId21" Type="http://schemas.openxmlformats.org/officeDocument/2006/relationships/image" Target="../media/image140.png"/><Relationship Id="rId34" Type="http://schemas.openxmlformats.org/officeDocument/2006/relationships/image" Target="../media/image152.png"/><Relationship Id="rId7" Type="http://schemas.openxmlformats.org/officeDocument/2006/relationships/image" Target="../media/image30.png"/><Relationship Id="rId12" Type="http://schemas.openxmlformats.org/officeDocument/2006/relationships/image" Target="../media/image108.png"/><Relationship Id="rId17" Type="http://schemas.openxmlformats.org/officeDocument/2006/relationships/image" Target="../media/image136.png"/><Relationship Id="rId25" Type="http://schemas.openxmlformats.org/officeDocument/2006/relationships/image" Target="../media/image144.png"/><Relationship Id="rId33" Type="http://schemas.openxmlformats.org/officeDocument/2006/relationships/image" Target="../media/image151.png"/><Relationship Id="rId2" Type="http://schemas.openxmlformats.org/officeDocument/2006/relationships/image" Target="../media/image131.png"/><Relationship Id="rId16" Type="http://schemas.openxmlformats.org/officeDocument/2006/relationships/image" Target="../media/image135.png"/><Relationship Id="rId20" Type="http://schemas.openxmlformats.org/officeDocument/2006/relationships/image" Target="../media/image139.png"/><Relationship Id="rId29" Type="http://schemas.openxmlformats.org/officeDocument/2006/relationships/image" Target="../media/image1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132.png"/><Relationship Id="rId24" Type="http://schemas.openxmlformats.org/officeDocument/2006/relationships/image" Target="../media/image143.png"/><Relationship Id="rId32" Type="http://schemas.openxmlformats.org/officeDocument/2006/relationships/image" Target="../media/image150.png"/><Relationship Id="rId37" Type="http://schemas.openxmlformats.org/officeDocument/2006/relationships/image" Target="../media/image155.png"/><Relationship Id="rId5" Type="http://schemas.openxmlformats.org/officeDocument/2006/relationships/image" Target="../media/image28.png"/><Relationship Id="rId15" Type="http://schemas.openxmlformats.org/officeDocument/2006/relationships/image" Target="../media/image67.png"/><Relationship Id="rId23" Type="http://schemas.openxmlformats.org/officeDocument/2006/relationships/image" Target="../media/image142.png"/><Relationship Id="rId28" Type="http://schemas.openxmlformats.org/officeDocument/2006/relationships/image" Target="../media/image147.png"/><Relationship Id="rId36" Type="http://schemas.openxmlformats.org/officeDocument/2006/relationships/image" Target="../media/image154.png"/><Relationship Id="rId10" Type="http://schemas.openxmlformats.org/officeDocument/2006/relationships/image" Target="../media/image33.png"/><Relationship Id="rId19" Type="http://schemas.openxmlformats.org/officeDocument/2006/relationships/image" Target="../media/image138.png"/><Relationship Id="rId31" Type="http://schemas.openxmlformats.org/officeDocument/2006/relationships/image" Target="../media/image68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134.png"/><Relationship Id="rId22" Type="http://schemas.openxmlformats.org/officeDocument/2006/relationships/image" Target="../media/image141.png"/><Relationship Id="rId27" Type="http://schemas.openxmlformats.org/officeDocument/2006/relationships/image" Target="../media/image146.png"/><Relationship Id="rId30" Type="http://schemas.openxmlformats.org/officeDocument/2006/relationships/image" Target="../media/image149.png"/><Relationship Id="rId35" Type="http://schemas.openxmlformats.org/officeDocument/2006/relationships/image" Target="../media/image153.png"/><Relationship Id="rId8" Type="http://schemas.openxmlformats.org/officeDocument/2006/relationships/image" Target="../media/image31.png"/><Relationship Id="rId3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18" Type="http://schemas.openxmlformats.org/officeDocument/2006/relationships/image" Target="../media/image159.png"/><Relationship Id="rId3" Type="http://schemas.openxmlformats.org/officeDocument/2006/relationships/image" Target="../media/image48.png"/><Relationship Id="rId21" Type="http://schemas.openxmlformats.org/officeDocument/2006/relationships/image" Target="../media/image68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17" Type="http://schemas.openxmlformats.org/officeDocument/2006/relationships/image" Target="../media/image67.png"/><Relationship Id="rId25" Type="http://schemas.openxmlformats.org/officeDocument/2006/relationships/image" Target="../media/image165.png"/><Relationship Id="rId2" Type="http://schemas.openxmlformats.org/officeDocument/2006/relationships/image" Target="../media/image47.png"/><Relationship Id="rId16" Type="http://schemas.openxmlformats.org/officeDocument/2006/relationships/image" Target="../media/image128.png"/><Relationship Id="rId20" Type="http://schemas.openxmlformats.org/officeDocument/2006/relationships/image" Target="../media/image16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31.png"/><Relationship Id="rId24" Type="http://schemas.openxmlformats.org/officeDocument/2006/relationships/image" Target="../media/image164.png"/><Relationship Id="rId5" Type="http://schemas.openxmlformats.org/officeDocument/2006/relationships/image" Target="../media/image157.png"/><Relationship Id="rId15" Type="http://schemas.openxmlformats.org/officeDocument/2006/relationships/image" Target="../media/image158.png"/><Relationship Id="rId23" Type="http://schemas.openxmlformats.org/officeDocument/2006/relationships/image" Target="../media/image163.png"/><Relationship Id="rId10" Type="http://schemas.openxmlformats.org/officeDocument/2006/relationships/image" Target="../media/image30.png"/><Relationship Id="rId19" Type="http://schemas.openxmlformats.org/officeDocument/2006/relationships/image" Target="../media/image160.png"/><Relationship Id="rId4" Type="http://schemas.openxmlformats.org/officeDocument/2006/relationships/image" Target="../media/image156.png"/><Relationship Id="rId9" Type="http://schemas.openxmlformats.org/officeDocument/2006/relationships/image" Target="../media/image29.png"/><Relationship Id="rId14" Type="http://schemas.openxmlformats.org/officeDocument/2006/relationships/image" Target="../media/image105.png"/><Relationship Id="rId22" Type="http://schemas.openxmlformats.org/officeDocument/2006/relationships/image" Target="../media/image16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67.png"/><Relationship Id="rId18" Type="http://schemas.openxmlformats.org/officeDocument/2006/relationships/image" Target="../media/image169.png"/><Relationship Id="rId3" Type="http://schemas.openxmlformats.org/officeDocument/2006/relationships/image" Target="../media/image157.png"/><Relationship Id="rId21" Type="http://schemas.openxmlformats.org/officeDocument/2006/relationships/image" Target="../media/image172.png"/><Relationship Id="rId7" Type="http://schemas.openxmlformats.org/officeDocument/2006/relationships/image" Target="../media/image29.png"/><Relationship Id="rId12" Type="http://schemas.openxmlformats.org/officeDocument/2006/relationships/image" Target="../media/image105.png"/><Relationship Id="rId17" Type="http://schemas.openxmlformats.org/officeDocument/2006/relationships/image" Target="../media/image168.png"/><Relationship Id="rId2" Type="http://schemas.openxmlformats.org/officeDocument/2006/relationships/image" Target="../media/image156.png"/><Relationship Id="rId16" Type="http://schemas.openxmlformats.org/officeDocument/2006/relationships/image" Target="../media/image68.png"/><Relationship Id="rId20" Type="http://schemas.openxmlformats.org/officeDocument/2006/relationships/image" Target="../media/image17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24" Type="http://schemas.openxmlformats.org/officeDocument/2006/relationships/image" Target="../media/image175.png"/><Relationship Id="rId5" Type="http://schemas.openxmlformats.org/officeDocument/2006/relationships/image" Target="../media/image27.png"/><Relationship Id="rId15" Type="http://schemas.openxmlformats.org/officeDocument/2006/relationships/image" Target="../media/image167.png"/><Relationship Id="rId23" Type="http://schemas.openxmlformats.org/officeDocument/2006/relationships/image" Target="../media/image174.png"/><Relationship Id="rId10" Type="http://schemas.openxmlformats.org/officeDocument/2006/relationships/image" Target="../media/image32.png"/><Relationship Id="rId19" Type="http://schemas.openxmlformats.org/officeDocument/2006/relationships/image" Target="../media/image170.png"/><Relationship Id="rId4" Type="http://schemas.openxmlformats.org/officeDocument/2006/relationships/image" Target="../media/image25.png"/><Relationship Id="rId9" Type="http://schemas.openxmlformats.org/officeDocument/2006/relationships/image" Target="../media/image31.png"/><Relationship Id="rId14" Type="http://schemas.openxmlformats.org/officeDocument/2006/relationships/image" Target="../media/image166.png"/><Relationship Id="rId22" Type="http://schemas.openxmlformats.org/officeDocument/2006/relationships/image" Target="../media/image17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108.png"/><Relationship Id="rId18" Type="http://schemas.openxmlformats.org/officeDocument/2006/relationships/image" Target="../media/image179.png"/><Relationship Id="rId26" Type="http://schemas.openxmlformats.org/officeDocument/2006/relationships/image" Target="../media/image153.png"/><Relationship Id="rId3" Type="http://schemas.openxmlformats.org/officeDocument/2006/relationships/image" Target="../media/image177.png"/><Relationship Id="rId21" Type="http://schemas.openxmlformats.org/officeDocument/2006/relationships/image" Target="../media/image148.png"/><Relationship Id="rId7" Type="http://schemas.openxmlformats.org/officeDocument/2006/relationships/image" Target="../media/image29.png"/><Relationship Id="rId12" Type="http://schemas.openxmlformats.org/officeDocument/2006/relationships/image" Target="../media/image132.png"/><Relationship Id="rId17" Type="http://schemas.openxmlformats.org/officeDocument/2006/relationships/image" Target="../media/image178.png"/><Relationship Id="rId25" Type="http://schemas.openxmlformats.org/officeDocument/2006/relationships/image" Target="../media/image181.png"/><Relationship Id="rId2" Type="http://schemas.openxmlformats.org/officeDocument/2006/relationships/image" Target="../media/image176.png"/><Relationship Id="rId16" Type="http://schemas.openxmlformats.org/officeDocument/2006/relationships/image" Target="../media/image136.png"/><Relationship Id="rId20" Type="http://schemas.openxmlformats.org/officeDocument/2006/relationships/image" Target="../media/image180.png"/><Relationship Id="rId29" Type="http://schemas.openxmlformats.org/officeDocument/2006/relationships/image" Target="../media/image18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24" Type="http://schemas.openxmlformats.org/officeDocument/2006/relationships/image" Target="../media/image150.png"/><Relationship Id="rId5" Type="http://schemas.openxmlformats.org/officeDocument/2006/relationships/image" Target="../media/image27.png"/><Relationship Id="rId15" Type="http://schemas.openxmlformats.org/officeDocument/2006/relationships/image" Target="../media/image67.png"/><Relationship Id="rId23" Type="http://schemas.openxmlformats.org/officeDocument/2006/relationships/image" Target="../media/image68.png"/><Relationship Id="rId28" Type="http://schemas.openxmlformats.org/officeDocument/2006/relationships/image" Target="../media/image138.png"/><Relationship Id="rId10" Type="http://schemas.openxmlformats.org/officeDocument/2006/relationships/image" Target="../media/image32.png"/><Relationship Id="rId19" Type="http://schemas.openxmlformats.org/officeDocument/2006/relationships/image" Target="../media/image142.png"/><Relationship Id="rId31" Type="http://schemas.openxmlformats.org/officeDocument/2006/relationships/image" Target="../media/image185.png"/><Relationship Id="rId4" Type="http://schemas.openxmlformats.org/officeDocument/2006/relationships/image" Target="../media/image25.png"/><Relationship Id="rId9" Type="http://schemas.openxmlformats.org/officeDocument/2006/relationships/image" Target="../media/image31.png"/><Relationship Id="rId14" Type="http://schemas.openxmlformats.org/officeDocument/2006/relationships/image" Target="../media/image133.png"/><Relationship Id="rId22" Type="http://schemas.openxmlformats.org/officeDocument/2006/relationships/image" Target="../media/image149.png"/><Relationship Id="rId27" Type="http://schemas.openxmlformats.org/officeDocument/2006/relationships/image" Target="../media/image182.png"/><Relationship Id="rId30" Type="http://schemas.openxmlformats.org/officeDocument/2006/relationships/image" Target="../media/image18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18" Type="http://schemas.openxmlformats.org/officeDocument/2006/relationships/image" Target="../media/image159.png"/><Relationship Id="rId3" Type="http://schemas.openxmlformats.org/officeDocument/2006/relationships/image" Target="../media/image48.png"/><Relationship Id="rId21" Type="http://schemas.openxmlformats.org/officeDocument/2006/relationships/image" Target="../media/image188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17" Type="http://schemas.openxmlformats.org/officeDocument/2006/relationships/image" Target="../media/image67.png"/><Relationship Id="rId25" Type="http://schemas.openxmlformats.org/officeDocument/2006/relationships/image" Target="../media/image191.png"/><Relationship Id="rId2" Type="http://schemas.openxmlformats.org/officeDocument/2006/relationships/image" Target="../media/image47.png"/><Relationship Id="rId16" Type="http://schemas.openxmlformats.org/officeDocument/2006/relationships/image" Target="../media/image128.png"/><Relationship Id="rId20" Type="http://schemas.openxmlformats.org/officeDocument/2006/relationships/image" Target="../media/image18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31.png"/><Relationship Id="rId24" Type="http://schemas.openxmlformats.org/officeDocument/2006/relationships/image" Target="../media/image190.png"/><Relationship Id="rId5" Type="http://schemas.openxmlformats.org/officeDocument/2006/relationships/image" Target="../media/image157.png"/><Relationship Id="rId15" Type="http://schemas.openxmlformats.org/officeDocument/2006/relationships/image" Target="../media/image158.png"/><Relationship Id="rId23" Type="http://schemas.openxmlformats.org/officeDocument/2006/relationships/image" Target="../media/image189.png"/><Relationship Id="rId10" Type="http://schemas.openxmlformats.org/officeDocument/2006/relationships/image" Target="../media/image30.png"/><Relationship Id="rId19" Type="http://schemas.openxmlformats.org/officeDocument/2006/relationships/image" Target="../media/image160.png"/><Relationship Id="rId4" Type="http://schemas.openxmlformats.org/officeDocument/2006/relationships/image" Target="../media/image186.png"/><Relationship Id="rId9" Type="http://schemas.openxmlformats.org/officeDocument/2006/relationships/image" Target="../media/image29.png"/><Relationship Id="rId14" Type="http://schemas.openxmlformats.org/officeDocument/2006/relationships/image" Target="../media/image105.png"/><Relationship Id="rId22" Type="http://schemas.openxmlformats.org/officeDocument/2006/relationships/image" Target="../media/image6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133.png"/><Relationship Id="rId18" Type="http://schemas.openxmlformats.org/officeDocument/2006/relationships/image" Target="../media/image193.png"/><Relationship Id="rId3" Type="http://schemas.openxmlformats.org/officeDocument/2006/relationships/image" Target="../media/image25.png"/><Relationship Id="rId7" Type="http://schemas.openxmlformats.org/officeDocument/2006/relationships/image" Target="../media/image30.png"/><Relationship Id="rId12" Type="http://schemas.openxmlformats.org/officeDocument/2006/relationships/image" Target="../media/image108.png"/><Relationship Id="rId17" Type="http://schemas.openxmlformats.org/officeDocument/2006/relationships/image" Target="../media/image68.png"/><Relationship Id="rId2" Type="http://schemas.openxmlformats.org/officeDocument/2006/relationships/image" Target="../media/image192.png"/><Relationship Id="rId16" Type="http://schemas.openxmlformats.org/officeDocument/2006/relationships/image" Target="../media/image144.png"/><Relationship Id="rId20" Type="http://schemas.openxmlformats.org/officeDocument/2006/relationships/image" Target="../media/image19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132.png"/><Relationship Id="rId5" Type="http://schemas.openxmlformats.org/officeDocument/2006/relationships/image" Target="../media/image28.png"/><Relationship Id="rId15" Type="http://schemas.openxmlformats.org/officeDocument/2006/relationships/image" Target="../media/image139.png"/><Relationship Id="rId10" Type="http://schemas.openxmlformats.org/officeDocument/2006/relationships/image" Target="../media/image33.png"/><Relationship Id="rId19" Type="http://schemas.openxmlformats.org/officeDocument/2006/relationships/image" Target="../media/image194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6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55.png"/><Relationship Id="rId18" Type="http://schemas.openxmlformats.org/officeDocument/2006/relationships/image" Target="../media/image67.png"/><Relationship Id="rId3" Type="http://schemas.openxmlformats.org/officeDocument/2006/relationships/image" Target="../media/image197.png"/><Relationship Id="rId21" Type="http://schemas.openxmlformats.org/officeDocument/2006/relationships/image" Target="../media/image203.png"/><Relationship Id="rId7" Type="http://schemas.openxmlformats.org/officeDocument/2006/relationships/image" Target="../media/image29.png"/><Relationship Id="rId12" Type="http://schemas.openxmlformats.org/officeDocument/2006/relationships/image" Target="../media/image53.png"/><Relationship Id="rId17" Type="http://schemas.openxmlformats.org/officeDocument/2006/relationships/image" Target="../media/image201.png"/><Relationship Id="rId2" Type="http://schemas.openxmlformats.org/officeDocument/2006/relationships/image" Target="../media/image196.png"/><Relationship Id="rId16" Type="http://schemas.openxmlformats.org/officeDocument/2006/relationships/image" Target="../media/image200.png"/><Relationship Id="rId20" Type="http://schemas.openxmlformats.org/officeDocument/2006/relationships/image" Target="../media/image20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5" Type="http://schemas.openxmlformats.org/officeDocument/2006/relationships/image" Target="../media/image199.png"/><Relationship Id="rId23" Type="http://schemas.openxmlformats.org/officeDocument/2006/relationships/image" Target="../media/image205.png"/><Relationship Id="rId10" Type="http://schemas.openxmlformats.org/officeDocument/2006/relationships/image" Target="../media/image32.png"/><Relationship Id="rId19" Type="http://schemas.openxmlformats.org/officeDocument/2006/relationships/image" Target="../media/image68.png"/><Relationship Id="rId4" Type="http://schemas.openxmlformats.org/officeDocument/2006/relationships/image" Target="../media/image25.png"/><Relationship Id="rId9" Type="http://schemas.openxmlformats.org/officeDocument/2006/relationships/image" Target="../media/image31.png"/><Relationship Id="rId14" Type="http://schemas.openxmlformats.org/officeDocument/2006/relationships/image" Target="../media/image198.png"/><Relationship Id="rId22" Type="http://schemas.openxmlformats.org/officeDocument/2006/relationships/image" Target="../media/image20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18" Type="http://schemas.openxmlformats.org/officeDocument/2006/relationships/image" Target="../media/image68.png"/><Relationship Id="rId3" Type="http://schemas.openxmlformats.org/officeDocument/2006/relationships/image" Target="../media/image48.png"/><Relationship Id="rId21" Type="http://schemas.openxmlformats.org/officeDocument/2006/relationships/image" Target="../media/image209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17" Type="http://schemas.openxmlformats.org/officeDocument/2006/relationships/image" Target="../media/image159.png"/><Relationship Id="rId2" Type="http://schemas.openxmlformats.org/officeDocument/2006/relationships/image" Target="../media/image47.png"/><Relationship Id="rId16" Type="http://schemas.openxmlformats.org/officeDocument/2006/relationships/image" Target="../media/image67.png"/><Relationship Id="rId20" Type="http://schemas.openxmlformats.org/officeDocument/2006/relationships/image" Target="../media/image20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31.png"/><Relationship Id="rId5" Type="http://schemas.openxmlformats.org/officeDocument/2006/relationships/image" Target="../media/image157.png"/><Relationship Id="rId15" Type="http://schemas.openxmlformats.org/officeDocument/2006/relationships/image" Target="../media/image128.png"/><Relationship Id="rId23" Type="http://schemas.openxmlformats.org/officeDocument/2006/relationships/image" Target="../media/image211.png"/><Relationship Id="rId10" Type="http://schemas.openxmlformats.org/officeDocument/2006/relationships/image" Target="../media/image30.png"/><Relationship Id="rId19" Type="http://schemas.openxmlformats.org/officeDocument/2006/relationships/image" Target="../media/image207.png"/><Relationship Id="rId4" Type="http://schemas.openxmlformats.org/officeDocument/2006/relationships/image" Target="../media/image206.png"/><Relationship Id="rId9" Type="http://schemas.openxmlformats.org/officeDocument/2006/relationships/image" Target="../media/image29.png"/><Relationship Id="rId14" Type="http://schemas.openxmlformats.org/officeDocument/2006/relationships/image" Target="../media/image105.png"/><Relationship Id="rId22" Type="http://schemas.openxmlformats.org/officeDocument/2006/relationships/image" Target="../media/image21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18" Type="http://schemas.openxmlformats.org/officeDocument/2006/relationships/image" Target="../media/image68.png"/><Relationship Id="rId3" Type="http://schemas.openxmlformats.org/officeDocument/2006/relationships/image" Target="../media/image48.png"/><Relationship Id="rId21" Type="http://schemas.openxmlformats.org/officeDocument/2006/relationships/image" Target="../media/image214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17" Type="http://schemas.openxmlformats.org/officeDocument/2006/relationships/image" Target="../media/image159.png"/><Relationship Id="rId25" Type="http://schemas.openxmlformats.org/officeDocument/2006/relationships/image" Target="../media/image218.png"/><Relationship Id="rId2" Type="http://schemas.openxmlformats.org/officeDocument/2006/relationships/image" Target="../media/image47.png"/><Relationship Id="rId16" Type="http://schemas.openxmlformats.org/officeDocument/2006/relationships/image" Target="../media/image67.png"/><Relationship Id="rId20" Type="http://schemas.openxmlformats.org/officeDocument/2006/relationships/image" Target="../media/image2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31.png"/><Relationship Id="rId24" Type="http://schemas.openxmlformats.org/officeDocument/2006/relationships/image" Target="../media/image217.png"/><Relationship Id="rId5" Type="http://schemas.openxmlformats.org/officeDocument/2006/relationships/image" Target="../media/image157.png"/><Relationship Id="rId15" Type="http://schemas.openxmlformats.org/officeDocument/2006/relationships/image" Target="../media/image128.png"/><Relationship Id="rId23" Type="http://schemas.openxmlformats.org/officeDocument/2006/relationships/image" Target="../media/image216.png"/><Relationship Id="rId10" Type="http://schemas.openxmlformats.org/officeDocument/2006/relationships/image" Target="../media/image30.png"/><Relationship Id="rId19" Type="http://schemas.openxmlformats.org/officeDocument/2006/relationships/image" Target="../media/image212.png"/><Relationship Id="rId4" Type="http://schemas.openxmlformats.org/officeDocument/2006/relationships/image" Target="../media/image206.png"/><Relationship Id="rId9" Type="http://schemas.openxmlformats.org/officeDocument/2006/relationships/image" Target="../media/image29.png"/><Relationship Id="rId14" Type="http://schemas.openxmlformats.org/officeDocument/2006/relationships/image" Target="../media/image105.png"/><Relationship Id="rId22" Type="http://schemas.openxmlformats.org/officeDocument/2006/relationships/image" Target="../media/image21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18" Type="http://schemas.openxmlformats.org/officeDocument/2006/relationships/image" Target="../media/image68.png"/><Relationship Id="rId3" Type="http://schemas.openxmlformats.org/officeDocument/2006/relationships/image" Target="../media/image48.png"/><Relationship Id="rId21" Type="http://schemas.openxmlformats.org/officeDocument/2006/relationships/image" Target="../media/image221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17" Type="http://schemas.openxmlformats.org/officeDocument/2006/relationships/image" Target="../media/image159.png"/><Relationship Id="rId2" Type="http://schemas.openxmlformats.org/officeDocument/2006/relationships/image" Target="../media/image47.png"/><Relationship Id="rId16" Type="http://schemas.openxmlformats.org/officeDocument/2006/relationships/image" Target="../media/image67.png"/><Relationship Id="rId20" Type="http://schemas.openxmlformats.org/officeDocument/2006/relationships/image" Target="../media/image2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31.png"/><Relationship Id="rId5" Type="http://schemas.openxmlformats.org/officeDocument/2006/relationships/image" Target="../media/image157.png"/><Relationship Id="rId15" Type="http://schemas.openxmlformats.org/officeDocument/2006/relationships/image" Target="../media/image128.png"/><Relationship Id="rId10" Type="http://schemas.openxmlformats.org/officeDocument/2006/relationships/image" Target="../media/image30.png"/><Relationship Id="rId19" Type="http://schemas.openxmlformats.org/officeDocument/2006/relationships/image" Target="../media/image219.png"/><Relationship Id="rId4" Type="http://schemas.openxmlformats.org/officeDocument/2006/relationships/image" Target="../media/image206.png"/><Relationship Id="rId9" Type="http://schemas.openxmlformats.org/officeDocument/2006/relationships/image" Target="../media/image29.png"/><Relationship Id="rId14" Type="http://schemas.openxmlformats.org/officeDocument/2006/relationships/image" Target="../media/image105.png"/><Relationship Id="rId22" Type="http://schemas.openxmlformats.org/officeDocument/2006/relationships/image" Target="../media/image22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148.png"/><Relationship Id="rId18" Type="http://schemas.openxmlformats.org/officeDocument/2006/relationships/image" Target="../media/image226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67.png"/><Relationship Id="rId17" Type="http://schemas.openxmlformats.org/officeDocument/2006/relationships/image" Target="../media/image225.png"/><Relationship Id="rId2" Type="http://schemas.openxmlformats.org/officeDocument/2006/relationships/image" Target="../media/image25.png"/><Relationship Id="rId16" Type="http://schemas.openxmlformats.org/officeDocument/2006/relationships/image" Target="../media/image224.png"/><Relationship Id="rId20" Type="http://schemas.openxmlformats.org/officeDocument/2006/relationships/image" Target="../media/image2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11" Type="http://schemas.openxmlformats.org/officeDocument/2006/relationships/image" Target="../media/image133.png"/><Relationship Id="rId5" Type="http://schemas.openxmlformats.org/officeDocument/2006/relationships/image" Target="../media/image29.png"/><Relationship Id="rId15" Type="http://schemas.openxmlformats.org/officeDocument/2006/relationships/image" Target="../media/image223.png"/><Relationship Id="rId10" Type="http://schemas.openxmlformats.org/officeDocument/2006/relationships/image" Target="../media/image132.png"/><Relationship Id="rId19" Type="http://schemas.openxmlformats.org/officeDocument/2006/relationships/image" Target="../media/image227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6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232.png"/><Relationship Id="rId18" Type="http://schemas.openxmlformats.org/officeDocument/2006/relationships/image" Target="../media/image235.png"/><Relationship Id="rId3" Type="http://schemas.openxmlformats.org/officeDocument/2006/relationships/image" Target="../media/image230.png"/><Relationship Id="rId21" Type="http://schemas.openxmlformats.org/officeDocument/2006/relationships/image" Target="../media/image238.png"/><Relationship Id="rId7" Type="http://schemas.openxmlformats.org/officeDocument/2006/relationships/image" Target="../media/image29.png"/><Relationship Id="rId12" Type="http://schemas.openxmlformats.org/officeDocument/2006/relationships/image" Target="../media/image231.png"/><Relationship Id="rId17" Type="http://schemas.openxmlformats.org/officeDocument/2006/relationships/image" Target="../media/image68.png"/><Relationship Id="rId25" Type="http://schemas.openxmlformats.org/officeDocument/2006/relationships/image" Target="../media/image242.png"/><Relationship Id="rId2" Type="http://schemas.openxmlformats.org/officeDocument/2006/relationships/image" Target="../media/image229.png"/><Relationship Id="rId16" Type="http://schemas.openxmlformats.org/officeDocument/2006/relationships/image" Target="../media/image234.png"/><Relationship Id="rId20" Type="http://schemas.openxmlformats.org/officeDocument/2006/relationships/image" Target="../media/image23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24" Type="http://schemas.openxmlformats.org/officeDocument/2006/relationships/image" Target="../media/image241.png"/><Relationship Id="rId5" Type="http://schemas.openxmlformats.org/officeDocument/2006/relationships/image" Target="../media/image27.png"/><Relationship Id="rId15" Type="http://schemas.openxmlformats.org/officeDocument/2006/relationships/image" Target="../media/image67.png"/><Relationship Id="rId23" Type="http://schemas.openxmlformats.org/officeDocument/2006/relationships/image" Target="../media/image240.png"/><Relationship Id="rId10" Type="http://schemas.openxmlformats.org/officeDocument/2006/relationships/image" Target="../media/image32.png"/><Relationship Id="rId19" Type="http://schemas.openxmlformats.org/officeDocument/2006/relationships/image" Target="../media/image236.png"/><Relationship Id="rId4" Type="http://schemas.openxmlformats.org/officeDocument/2006/relationships/image" Target="../media/image25.png"/><Relationship Id="rId9" Type="http://schemas.openxmlformats.org/officeDocument/2006/relationships/image" Target="../media/image31.png"/><Relationship Id="rId14" Type="http://schemas.openxmlformats.org/officeDocument/2006/relationships/image" Target="../media/image233.png"/><Relationship Id="rId22" Type="http://schemas.openxmlformats.org/officeDocument/2006/relationships/image" Target="../media/image23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247.png"/><Relationship Id="rId26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246.png"/><Relationship Id="rId25" Type="http://schemas.openxmlformats.org/officeDocument/2006/relationships/image" Target="../media/image24.png"/><Relationship Id="rId2" Type="http://schemas.openxmlformats.org/officeDocument/2006/relationships/image" Target="../media/image1.png"/><Relationship Id="rId16" Type="http://schemas.openxmlformats.org/officeDocument/2006/relationships/image" Target="../media/image24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24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243.png"/><Relationship Id="rId2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1295337" cy="10285714"/>
            <a:chOff x="0" y="0"/>
            <a:chExt cx="1295337" cy="10285714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95337" cy="10285714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0959177" y="5136905"/>
            <a:ext cx="10295239" cy="21429"/>
            <a:chOff x="10959177" y="5136905"/>
            <a:chExt cx="10295239" cy="21429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5400000">
              <a:off x="10959177" y="5136905"/>
              <a:ext cx="10295239" cy="21429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6117510" y="0"/>
            <a:ext cx="2168204" cy="1566667"/>
            <a:chOff x="16117510" y="0"/>
            <a:chExt cx="2168204" cy="1566667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117510" y="0"/>
              <a:ext cx="2168204" cy="1566667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534869" y="1556924"/>
            <a:ext cx="14813824" cy="21429"/>
            <a:chOff x="1534869" y="1556924"/>
            <a:chExt cx="14813824" cy="21429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34869" y="1556924"/>
              <a:ext cx="14813824" cy="21429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1295220" y="8549563"/>
            <a:ext cx="16990495" cy="21429"/>
            <a:chOff x="1295220" y="8549563"/>
            <a:chExt cx="16990495" cy="21429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95220" y="8549563"/>
              <a:ext cx="16990495" cy="21429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1534869" y="4685919"/>
            <a:ext cx="16991747" cy="21429"/>
            <a:chOff x="1534869" y="4685919"/>
            <a:chExt cx="16991747" cy="21429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34869" y="4685919"/>
              <a:ext cx="16991747" cy="21429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328582" y="2092627"/>
            <a:ext cx="726000" cy="726000"/>
            <a:chOff x="328582" y="2092627"/>
            <a:chExt cx="726000" cy="726000"/>
          </a:xfrm>
        </p:grpSpPr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28582" y="2092627"/>
              <a:ext cx="726000" cy="726000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-1762514" y="5118167"/>
            <a:ext cx="10295239" cy="21429"/>
            <a:chOff x="-1762514" y="5118167"/>
            <a:chExt cx="10295239" cy="21429"/>
          </a:xfrm>
        </p:grpSpPr>
        <p:pic>
          <p:nvPicPr>
            <p:cNvPr id="24" name="Object 2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5400000">
              <a:off x="-1762514" y="5118167"/>
              <a:ext cx="10295239" cy="21429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276641" y="3323213"/>
            <a:ext cx="829662" cy="829662"/>
            <a:chOff x="276641" y="3323213"/>
            <a:chExt cx="829662" cy="829662"/>
          </a:xfrm>
        </p:grpSpPr>
        <p:pic>
          <p:nvPicPr>
            <p:cNvPr id="27" name="Object 26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76641" y="3323213"/>
              <a:ext cx="829662" cy="829662"/>
            </a:xfrm>
            <a:prstGeom prst="rect">
              <a:avLst/>
            </a:prstGeom>
          </p:spPr>
        </p:pic>
      </p:grpSp>
      <p:grpSp>
        <p:nvGrpSpPr>
          <p:cNvPr id="1010" name="그룹 1010"/>
          <p:cNvGrpSpPr/>
          <p:nvPr/>
        </p:nvGrpSpPr>
        <p:grpSpPr>
          <a:xfrm>
            <a:off x="326247" y="4724140"/>
            <a:ext cx="682753" cy="682753"/>
            <a:chOff x="326247" y="4724140"/>
            <a:chExt cx="682753" cy="682753"/>
          </a:xfrm>
        </p:grpSpPr>
        <p:pic>
          <p:nvPicPr>
            <p:cNvPr id="30" name="Object 29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26247" y="4724140"/>
              <a:ext cx="682753" cy="682753"/>
            </a:xfrm>
            <a:prstGeom prst="rect">
              <a:avLst/>
            </a:prstGeom>
          </p:spPr>
        </p:pic>
      </p:grpSp>
      <p:grpSp>
        <p:nvGrpSpPr>
          <p:cNvPr id="1011" name="그룹 1011"/>
          <p:cNvGrpSpPr/>
          <p:nvPr/>
        </p:nvGrpSpPr>
        <p:grpSpPr>
          <a:xfrm>
            <a:off x="294865" y="5955965"/>
            <a:ext cx="827411" cy="827411"/>
            <a:chOff x="294865" y="5955965"/>
            <a:chExt cx="827411" cy="827411"/>
          </a:xfrm>
        </p:grpSpPr>
        <p:pic>
          <p:nvPicPr>
            <p:cNvPr id="33" name="Object 32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94865" y="5955965"/>
              <a:ext cx="827411" cy="827411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287409" y="7336252"/>
            <a:ext cx="818895" cy="818895"/>
            <a:chOff x="287409" y="7336252"/>
            <a:chExt cx="818895" cy="818895"/>
          </a:xfrm>
        </p:grpSpPr>
        <p:pic>
          <p:nvPicPr>
            <p:cNvPr id="36" name="Object 35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87409" y="7336252"/>
              <a:ext cx="818895" cy="818895"/>
            </a:xfrm>
            <a:prstGeom prst="rect">
              <a:avLst/>
            </a:prstGeom>
          </p:spPr>
        </p:pic>
      </p:grpSp>
      <p:grpSp>
        <p:nvGrpSpPr>
          <p:cNvPr id="1013" name="그룹 1013"/>
          <p:cNvGrpSpPr/>
          <p:nvPr/>
        </p:nvGrpSpPr>
        <p:grpSpPr>
          <a:xfrm>
            <a:off x="334859" y="8756013"/>
            <a:ext cx="715164" cy="715164"/>
            <a:chOff x="334859" y="8756013"/>
            <a:chExt cx="715164" cy="715164"/>
          </a:xfrm>
        </p:grpSpPr>
        <p:pic>
          <p:nvPicPr>
            <p:cNvPr id="39" name="Object 38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34859" y="8756013"/>
              <a:ext cx="715164" cy="715164"/>
            </a:xfrm>
            <a:prstGeom prst="rect">
              <a:avLst/>
            </a:prstGeom>
          </p:spPr>
        </p:pic>
      </p:grpSp>
      <p:grpSp>
        <p:nvGrpSpPr>
          <p:cNvPr id="1014" name="그룹 1014"/>
          <p:cNvGrpSpPr/>
          <p:nvPr/>
        </p:nvGrpSpPr>
        <p:grpSpPr>
          <a:xfrm>
            <a:off x="190927" y="594009"/>
            <a:ext cx="1361454" cy="962916"/>
            <a:chOff x="190927" y="594009"/>
            <a:chExt cx="1361454" cy="962916"/>
          </a:xfrm>
        </p:grpSpPr>
        <p:pic>
          <p:nvPicPr>
            <p:cNvPr id="42" name="Object 41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90927" y="594009"/>
              <a:ext cx="1361454" cy="962916"/>
            </a:xfrm>
            <a:prstGeom prst="rect">
              <a:avLst/>
            </a:prstGeom>
          </p:spPr>
        </p:pic>
      </p:grpSp>
      <p:grpSp>
        <p:nvGrpSpPr>
          <p:cNvPr id="1015" name="그룹 1015"/>
          <p:cNvGrpSpPr/>
          <p:nvPr/>
        </p:nvGrpSpPr>
        <p:grpSpPr>
          <a:xfrm>
            <a:off x="438145" y="835962"/>
            <a:ext cx="483104" cy="475855"/>
            <a:chOff x="438145" y="835962"/>
            <a:chExt cx="483104" cy="475855"/>
          </a:xfrm>
        </p:grpSpPr>
        <p:pic>
          <p:nvPicPr>
            <p:cNvPr id="45" name="Object 44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38145" y="835962"/>
              <a:ext cx="483104" cy="475855"/>
            </a:xfrm>
            <a:prstGeom prst="rect">
              <a:avLst/>
            </a:prstGeom>
          </p:spPr>
        </p:pic>
      </p:grpSp>
      <p:pic>
        <p:nvPicPr>
          <p:cNvPr id="47" name="Object 46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3315172" y="1287283"/>
            <a:ext cx="10829973" cy="1806811"/>
          </a:xfrm>
          <a:prstGeom prst="rect">
            <a:avLst/>
          </a:prstGeom>
        </p:spPr>
      </p:pic>
      <p:pic>
        <p:nvPicPr>
          <p:cNvPr id="48" name="Object 47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3085043" y="1617360"/>
            <a:ext cx="10873505" cy="4557362"/>
          </a:xfrm>
          <a:prstGeom prst="rect">
            <a:avLst/>
          </a:prstGeom>
        </p:spPr>
      </p:pic>
      <p:pic>
        <p:nvPicPr>
          <p:cNvPr id="49" name="Object 48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16026504" y="329578"/>
            <a:ext cx="2334526" cy="1053945"/>
          </a:xfrm>
          <a:prstGeom prst="rect">
            <a:avLst/>
          </a:prstGeom>
        </p:spPr>
      </p:pic>
      <p:grpSp>
        <p:nvGrpSpPr>
          <p:cNvPr id="1016" name="그룹 1016"/>
          <p:cNvGrpSpPr/>
          <p:nvPr/>
        </p:nvGrpSpPr>
        <p:grpSpPr>
          <a:xfrm>
            <a:off x="11153067" y="6625056"/>
            <a:ext cx="4909646" cy="2645413"/>
            <a:chOff x="11153067" y="6625056"/>
            <a:chExt cx="4909646" cy="2645413"/>
          </a:xfrm>
        </p:grpSpPr>
        <p:pic>
          <p:nvPicPr>
            <p:cNvPr id="51" name="Object 50"/>
            <p:cNvPicPr>
              <a:picLocks noChangeAspect="1"/>
            </p:cNvPicPr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1153067" y="6625056"/>
              <a:ext cx="4909646" cy="2645413"/>
            </a:xfrm>
            <a:prstGeom prst="rect">
              <a:avLst/>
            </a:prstGeom>
          </p:spPr>
        </p:pic>
      </p:grpSp>
      <p:grpSp>
        <p:nvGrpSpPr>
          <p:cNvPr id="1017" name="그룹 1017"/>
          <p:cNvGrpSpPr/>
          <p:nvPr/>
        </p:nvGrpSpPr>
        <p:grpSpPr>
          <a:xfrm>
            <a:off x="11344580" y="6625056"/>
            <a:ext cx="647146" cy="647146"/>
            <a:chOff x="11344580" y="6625056"/>
            <a:chExt cx="647146" cy="647146"/>
          </a:xfrm>
        </p:grpSpPr>
        <p:pic>
          <p:nvPicPr>
            <p:cNvPr id="54" name="Object 53"/>
            <p:cNvPicPr>
              <a:picLocks noChangeAspect="1"/>
            </p:cNvPicPr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1344580" y="6625056"/>
              <a:ext cx="647146" cy="647146"/>
            </a:xfrm>
            <a:prstGeom prst="rect">
              <a:avLst/>
            </a:prstGeom>
          </p:spPr>
        </p:pic>
      </p:grpSp>
      <p:grpSp>
        <p:nvGrpSpPr>
          <p:cNvPr id="1018" name="그룹 1018"/>
          <p:cNvGrpSpPr/>
          <p:nvPr/>
        </p:nvGrpSpPr>
        <p:grpSpPr>
          <a:xfrm>
            <a:off x="11451342" y="7384964"/>
            <a:ext cx="540384" cy="540384"/>
            <a:chOff x="11451342" y="7384964"/>
            <a:chExt cx="540384" cy="540384"/>
          </a:xfrm>
        </p:grpSpPr>
        <p:pic>
          <p:nvPicPr>
            <p:cNvPr id="57" name="Object 56"/>
            <p:cNvPicPr>
              <a:picLocks noChangeAspect="1"/>
            </p:cNvPicPr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1451342" y="7384964"/>
              <a:ext cx="540384" cy="540384"/>
            </a:xfrm>
            <a:prstGeom prst="rect">
              <a:avLst/>
            </a:prstGeom>
          </p:spPr>
        </p:pic>
      </p:grpSp>
      <p:grpSp>
        <p:nvGrpSpPr>
          <p:cNvPr id="1019" name="그룹 1019"/>
          <p:cNvGrpSpPr/>
          <p:nvPr/>
        </p:nvGrpSpPr>
        <p:grpSpPr>
          <a:xfrm>
            <a:off x="11451342" y="8069652"/>
            <a:ext cx="540384" cy="540384"/>
            <a:chOff x="11451342" y="8069652"/>
            <a:chExt cx="540384" cy="540384"/>
          </a:xfrm>
        </p:grpSpPr>
        <p:pic>
          <p:nvPicPr>
            <p:cNvPr id="60" name="Object 59"/>
            <p:cNvPicPr>
              <a:picLocks noChangeAspect="1"/>
            </p:cNvPicPr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1451342" y="8069652"/>
              <a:ext cx="540384" cy="540384"/>
            </a:xfrm>
            <a:prstGeom prst="rect">
              <a:avLst/>
            </a:prstGeom>
          </p:spPr>
        </p:pic>
      </p:grpSp>
      <p:grpSp>
        <p:nvGrpSpPr>
          <p:cNvPr id="1020" name="그룹 1020"/>
          <p:cNvGrpSpPr/>
          <p:nvPr/>
        </p:nvGrpSpPr>
        <p:grpSpPr>
          <a:xfrm>
            <a:off x="11451342" y="8756735"/>
            <a:ext cx="540384" cy="540384"/>
            <a:chOff x="11451342" y="8756735"/>
            <a:chExt cx="540384" cy="540384"/>
          </a:xfrm>
        </p:grpSpPr>
        <p:pic>
          <p:nvPicPr>
            <p:cNvPr id="63" name="Object 62"/>
            <p:cNvPicPr>
              <a:picLocks noChangeAspect="1"/>
            </p:cNvPicPr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1451342" y="8756735"/>
              <a:ext cx="540384" cy="540384"/>
            </a:xfrm>
            <a:prstGeom prst="rect">
              <a:avLst/>
            </a:prstGeom>
          </p:spPr>
        </p:pic>
      </p:grpSp>
      <p:pic>
        <p:nvPicPr>
          <p:cNvPr id="65" name="Object 64"/>
          <p:cNvPicPr>
            <a:picLocks noChangeAspect="1"/>
          </p:cNvPicPr>
          <p:nvPr/>
        </p:nvPicPr>
        <p:blipFill>
          <a:blip r:embed="rId22" cstate="print"/>
          <a:stretch>
            <a:fillRect/>
          </a:stretch>
        </p:blipFill>
        <p:spPr>
          <a:xfrm>
            <a:off x="11972239" y="6637307"/>
            <a:ext cx="2349545" cy="666659"/>
          </a:xfrm>
          <a:prstGeom prst="rect">
            <a:avLst/>
          </a:prstGeom>
        </p:spPr>
      </p:pic>
      <p:pic>
        <p:nvPicPr>
          <p:cNvPr id="66" name="Object 65"/>
          <p:cNvPicPr>
            <a:picLocks noChangeAspect="1"/>
          </p:cNvPicPr>
          <p:nvPr/>
        </p:nvPicPr>
        <p:blipFill>
          <a:blip r:embed="rId23" cstate="print"/>
          <a:stretch>
            <a:fillRect/>
          </a:stretch>
        </p:blipFill>
        <p:spPr>
          <a:xfrm>
            <a:off x="11979858" y="7365564"/>
            <a:ext cx="3321050" cy="657126"/>
          </a:xfrm>
          <a:prstGeom prst="rect">
            <a:avLst/>
          </a:prstGeom>
        </p:spPr>
      </p:pic>
      <p:pic>
        <p:nvPicPr>
          <p:cNvPr id="67" name="Object 66"/>
          <p:cNvPicPr>
            <a:picLocks noChangeAspect="1"/>
          </p:cNvPicPr>
          <p:nvPr/>
        </p:nvPicPr>
        <p:blipFill>
          <a:blip r:embed="rId24" cstate="print"/>
          <a:stretch>
            <a:fillRect/>
          </a:stretch>
        </p:blipFill>
        <p:spPr>
          <a:xfrm>
            <a:off x="11977954" y="8087469"/>
            <a:ext cx="3311783" cy="657126"/>
          </a:xfrm>
          <a:prstGeom prst="rect">
            <a:avLst/>
          </a:prstGeom>
        </p:spPr>
      </p:pic>
      <p:pic>
        <p:nvPicPr>
          <p:cNvPr id="68" name="Object 67"/>
          <p:cNvPicPr>
            <a:picLocks noChangeAspect="1"/>
          </p:cNvPicPr>
          <p:nvPr/>
        </p:nvPicPr>
        <p:blipFill>
          <a:blip r:embed="rId25" cstate="print"/>
          <a:stretch>
            <a:fillRect/>
          </a:stretch>
        </p:blipFill>
        <p:spPr>
          <a:xfrm>
            <a:off x="11985573" y="8771279"/>
            <a:ext cx="3301707" cy="65712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691582" cy="10285714"/>
            <a:chOff x="0" y="0"/>
            <a:chExt cx="691582" cy="10285714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691582" cy="10285714"/>
            </a:xfrm>
            <a:prstGeom prst="rect">
              <a:avLst/>
            </a:prstGeom>
          </p:spPr>
        </p:pic>
      </p:grpSp>
      <p:pic>
        <p:nvPicPr>
          <p:cNvPr id="5" name="Object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751872" y="-105568"/>
            <a:ext cx="11481154" cy="2443935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111223" y="2102150"/>
            <a:ext cx="551788" cy="551788"/>
            <a:chOff x="111223" y="2102150"/>
            <a:chExt cx="551788" cy="551788"/>
          </a:xfrm>
        </p:grpSpPr>
        <p:pic>
          <p:nvPicPr>
            <p:cNvPr id="7" name="Object 6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223" y="2102150"/>
              <a:ext cx="551788" cy="551788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38095" y="3313196"/>
            <a:ext cx="630575" cy="630575"/>
            <a:chOff x="38095" y="3313196"/>
            <a:chExt cx="630575" cy="630575"/>
          </a:xfrm>
        </p:grpSpPr>
        <p:pic>
          <p:nvPicPr>
            <p:cNvPr id="10" name="Object 9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095" y="3313196"/>
              <a:ext cx="630575" cy="630575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86332" y="4702445"/>
            <a:ext cx="518919" cy="518919"/>
            <a:chOff x="86332" y="4702445"/>
            <a:chExt cx="518919" cy="518919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6332" y="4702445"/>
              <a:ext cx="518919" cy="518919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62718" y="5970989"/>
            <a:ext cx="628864" cy="628864"/>
            <a:chOff x="62718" y="5970989"/>
            <a:chExt cx="628864" cy="628864"/>
          </a:xfrm>
        </p:grpSpPr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718" y="5970989"/>
              <a:ext cx="628864" cy="628864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69190" y="7366755"/>
            <a:ext cx="622391" cy="622391"/>
            <a:chOff x="69190" y="7366755"/>
            <a:chExt cx="622391" cy="622391"/>
          </a:xfrm>
        </p:grpSpPr>
        <p:pic>
          <p:nvPicPr>
            <p:cNvPr id="19" name="Object 18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9190" y="7366755"/>
              <a:ext cx="622391" cy="622391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74015" y="8751421"/>
            <a:ext cx="543552" cy="543552"/>
            <a:chOff x="74015" y="8751421"/>
            <a:chExt cx="543552" cy="543552"/>
          </a:xfrm>
        </p:grpSpPr>
        <p:pic>
          <p:nvPicPr>
            <p:cNvPr id="22" name="Object 21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4015" y="8751421"/>
              <a:ext cx="543552" cy="543552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438145" y="835962"/>
            <a:ext cx="483104" cy="475855"/>
            <a:chOff x="438145" y="835962"/>
            <a:chExt cx="483104" cy="475855"/>
          </a:xfrm>
        </p:grpSpPr>
        <p:pic>
          <p:nvPicPr>
            <p:cNvPr id="25" name="Object 24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38145" y="835962"/>
              <a:ext cx="483104" cy="475855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152832" y="594009"/>
            <a:ext cx="1109538" cy="962916"/>
            <a:chOff x="152832" y="594009"/>
            <a:chExt cx="1109538" cy="962916"/>
          </a:xfrm>
        </p:grpSpPr>
        <p:pic>
          <p:nvPicPr>
            <p:cNvPr id="28" name="Object 27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52832" y="594009"/>
              <a:ext cx="1109538" cy="962916"/>
            </a:xfrm>
            <a:prstGeom prst="rect">
              <a:avLst/>
            </a:prstGeom>
          </p:spPr>
        </p:pic>
      </p:grpSp>
      <p:grpSp>
        <p:nvGrpSpPr>
          <p:cNvPr id="1010" name="그룹 1010"/>
          <p:cNvGrpSpPr/>
          <p:nvPr/>
        </p:nvGrpSpPr>
        <p:grpSpPr>
          <a:xfrm>
            <a:off x="307696" y="925620"/>
            <a:ext cx="301056" cy="296539"/>
            <a:chOff x="307696" y="925620"/>
            <a:chExt cx="301056" cy="296539"/>
          </a:xfrm>
        </p:grpSpPr>
        <p:pic>
          <p:nvPicPr>
            <p:cNvPr id="31" name="Object 30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07696" y="925620"/>
              <a:ext cx="301056" cy="296539"/>
            </a:xfrm>
            <a:prstGeom prst="rect">
              <a:avLst/>
            </a:prstGeom>
          </p:spPr>
        </p:pic>
      </p:grpSp>
      <p:pic>
        <p:nvPicPr>
          <p:cNvPr id="34" name="Object 33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6952792" y="9733049"/>
            <a:ext cx="1172326" cy="651412"/>
          </a:xfrm>
          <a:prstGeom prst="rect">
            <a:avLst/>
          </a:prstGeom>
        </p:spPr>
      </p:pic>
      <p:grpSp>
        <p:nvGrpSpPr>
          <p:cNvPr id="1011" name="그룹 1011"/>
          <p:cNvGrpSpPr/>
          <p:nvPr/>
        </p:nvGrpSpPr>
        <p:grpSpPr>
          <a:xfrm>
            <a:off x="2304762" y="3208434"/>
            <a:ext cx="4031699" cy="1896659"/>
            <a:chOff x="2304762" y="3208434"/>
            <a:chExt cx="4031699" cy="1896659"/>
          </a:xfrm>
        </p:grpSpPr>
        <p:pic>
          <p:nvPicPr>
            <p:cNvPr id="36" name="Object 35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304762" y="3208434"/>
              <a:ext cx="4031699" cy="1896659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2000000" y="2836579"/>
            <a:ext cx="996731" cy="996731"/>
            <a:chOff x="2000000" y="2836579"/>
            <a:chExt cx="996731" cy="996731"/>
          </a:xfrm>
        </p:grpSpPr>
        <p:pic>
          <p:nvPicPr>
            <p:cNvPr id="39" name="Object 38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000000" y="2836579"/>
              <a:ext cx="996731" cy="996731"/>
            </a:xfrm>
            <a:prstGeom prst="rect">
              <a:avLst/>
            </a:prstGeom>
          </p:spPr>
        </p:pic>
      </p:grpSp>
      <p:pic>
        <p:nvPicPr>
          <p:cNvPr id="41" name="Object 40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1602574" y="2950831"/>
            <a:ext cx="1727065" cy="961865"/>
          </a:xfrm>
          <a:prstGeom prst="rect">
            <a:avLst/>
          </a:prstGeom>
        </p:spPr>
      </p:pic>
      <p:grpSp>
        <p:nvGrpSpPr>
          <p:cNvPr id="1013" name="그룹 1013"/>
          <p:cNvGrpSpPr/>
          <p:nvPr/>
        </p:nvGrpSpPr>
        <p:grpSpPr>
          <a:xfrm>
            <a:off x="7607619" y="3216053"/>
            <a:ext cx="4031699" cy="1896659"/>
            <a:chOff x="7607619" y="3216053"/>
            <a:chExt cx="4031699" cy="1896659"/>
          </a:xfrm>
        </p:grpSpPr>
        <p:pic>
          <p:nvPicPr>
            <p:cNvPr id="43" name="Object 42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607619" y="3216053"/>
              <a:ext cx="4031699" cy="1896659"/>
            </a:xfrm>
            <a:prstGeom prst="rect">
              <a:avLst/>
            </a:prstGeom>
          </p:spPr>
        </p:pic>
      </p:grpSp>
      <p:grpSp>
        <p:nvGrpSpPr>
          <p:cNvPr id="1014" name="그룹 1014"/>
          <p:cNvGrpSpPr/>
          <p:nvPr/>
        </p:nvGrpSpPr>
        <p:grpSpPr>
          <a:xfrm>
            <a:off x="7302857" y="2844198"/>
            <a:ext cx="996731" cy="996731"/>
            <a:chOff x="7302857" y="2844198"/>
            <a:chExt cx="996731" cy="996731"/>
          </a:xfrm>
        </p:grpSpPr>
        <p:pic>
          <p:nvPicPr>
            <p:cNvPr id="46" name="Object 45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302857" y="2844198"/>
              <a:ext cx="996731" cy="996731"/>
            </a:xfrm>
            <a:prstGeom prst="rect">
              <a:avLst/>
            </a:prstGeom>
          </p:spPr>
        </p:pic>
      </p:grpSp>
      <p:pic>
        <p:nvPicPr>
          <p:cNvPr id="48" name="Object 47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6941984" y="2958450"/>
            <a:ext cx="1731693" cy="961865"/>
          </a:xfrm>
          <a:prstGeom prst="rect">
            <a:avLst/>
          </a:prstGeom>
        </p:spPr>
      </p:pic>
      <p:grpSp>
        <p:nvGrpSpPr>
          <p:cNvPr id="1015" name="그룹 1015"/>
          <p:cNvGrpSpPr/>
          <p:nvPr/>
        </p:nvGrpSpPr>
        <p:grpSpPr>
          <a:xfrm>
            <a:off x="12948571" y="3214148"/>
            <a:ext cx="4031699" cy="1896659"/>
            <a:chOff x="12948571" y="3214148"/>
            <a:chExt cx="4031699" cy="1896659"/>
          </a:xfrm>
        </p:grpSpPr>
        <p:pic>
          <p:nvPicPr>
            <p:cNvPr id="50" name="Object 49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2948571" y="3214148"/>
              <a:ext cx="4031699" cy="1896659"/>
            </a:xfrm>
            <a:prstGeom prst="rect">
              <a:avLst/>
            </a:prstGeom>
          </p:spPr>
        </p:pic>
      </p:grpSp>
      <p:grpSp>
        <p:nvGrpSpPr>
          <p:cNvPr id="1016" name="그룹 1016"/>
          <p:cNvGrpSpPr/>
          <p:nvPr/>
        </p:nvGrpSpPr>
        <p:grpSpPr>
          <a:xfrm>
            <a:off x="12643810" y="2842293"/>
            <a:ext cx="996731" cy="996731"/>
            <a:chOff x="12643810" y="2842293"/>
            <a:chExt cx="996731" cy="996731"/>
          </a:xfrm>
        </p:grpSpPr>
        <p:pic>
          <p:nvPicPr>
            <p:cNvPr id="53" name="Object 52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2643810" y="2842293"/>
              <a:ext cx="996731" cy="996731"/>
            </a:xfrm>
            <a:prstGeom prst="rect">
              <a:avLst/>
            </a:prstGeom>
          </p:spPr>
        </p:pic>
      </p:grpSp>
      <p:pic>
        <p:nvPicPr>
          <p:cNvPr id="55" name="Object 54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12284193" y="2956546"/>
            <a:ext cx="1727922" cy="961865"/>
          </a:xfrm>
          <a:prstGeom prst="rect">
            <a:avLst/>
          </a:prstGeom>
        </p:spPr>
      </p:pic>
      <p:pic>
        <p:nvPicPr>
          <p:cNvPr id="56" name="Object 55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12998649" y="3125754"/>
            <a:ext cx="4302333" cy="1967552"/>
          </a:xfrm>
          <a:prstGeom prst="rect">
            <a:avLst/>
          </a:prstGeom>
        </p:spPr>
      </p:pic>
      <p:grpSp>
        <p:nvGrpSpPr>
          <p:cNvPr id="1017" name="그룹 1017"/>
          <p:cNvGrpSpPr/>
          <p:nvPr/>
        </p:nvGrpSpPr>
        <p:grpSpPr>
          <a:xfrm>
            <a:off x="5180339" y="6342843"/>
            <a:ext cx="4031699" cy="1896659"/>
            <a:chOff x="5180339" y="6342843"/>
            <a:chExt cx="4031699" cy="1896659"/>
          </a:xfrm>
        </p:grpSpPr>
        <p:pic>
          <p:nvPicPr>
            <p:cNvPr id="58" name="Object 57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180339" y="6342843"/>
              <a:ext cx="4031699" cy="1896659"/>
            </a:xfrm>
            <a:prstGeom prst="rect">
              <a:avLst/>
            </a:prstGeom>
          </p:spPr>
        </p:pic>
      </p:grpSp>
      <p:pic>
        <p:nvPicPr>
          <p:cNvPr id="60" name="Object 59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751872" y="-105568"/>
            <a:ext cx="11481154" cy="2443935"/>
          </a:xfrm>
          <a:prstGeom prst="rect">
            <a:avLst/>
          </a:prstGeom>
        </p:spPr>
      </p:pic>
      <p:grpSp>
        <p:nvGrpSpPr>
          <p:cNvPr id="1018" name="그룹 1018"/>
          <p:cNvGrpSpPr/>
          <p:nvPr/>
        </p:nvGrpSpPr>
        <p:grpSpPr>
          <a:xfrm>
            <a:off x="4875578" y="5970989"/>
            <a:ext cx="996731" cy="996731"/>
            <a:chOff x="4875578" y="5970989"/>
            <a:chExt cx="996731" cy="996731"/>
          </a:xfrm>
        </p:grpSpPr>
        <p:pic>
          <p:nvPicPr>
            <p:cNvPr id="62" name="Object 61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875578" y="5970989"/>
              <a:ext cx="996731" cy="996731"/>
            </a:xfrm>
            <a:prstGeom prst="rect">
              <a:avLst/>
            </a:prstGeom>
          </p:spPr>
        </p:pic>
      </p:grpSp>
      <p:pic>
        <p:nvPicPr>
          <p:cNvPr id="64" name="Object 63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4518647" y="6085241"/>
            <a:ext cx="1729389" cy="961865"/>
          </a:xfrm>
          <a:prstGeom prst="rect">
            <a:avLst/>
          </a:prstGeom>
        </p:spPr>
      </p:pic>
      <p:pic>
        <p:nvPicPr>
          <p:cNvPr id="65" name="Object 64"/>
          <p:cNvPicPr>
            <a:picLocks noChangeAspect="1"/>
          </p:cNvPicPr>
          <p:nvPr/>
        </p:nvPicPr>
        <p:blipFill>
          <a:blip r:embed="rId21" cstate="print"/>
          <a:stretch>
            <a:fillRect/>
          </a:stretch>
        </p:blipFill>
        <p:spPr>
          <a:xfrm>
            <a:off x="4908446" y="6509397"/>
            <a:ext cx="4495733" cy="1534057"/>
          </a:xfrm>
          <a:prstGeom prst="rect">
            <a:avLst/>
          </a:prstGeom>
        </p:spPr>
      </p:pic>
      <p:grpSp>
        <p:nvGrpSpPr>
          <p:cNvPr id="1019" name="그룹 1019"/>
          <p:cNvGrpSpPr/>
          <p:nvPr/>
        </p:nvGrpSpPr>
        <p:grpSpPr>
          <a:xfrm>
            <a:off x="10483197" y="6350463"/>
            <a:ext cx="4031699" cy="1896659"/>
            <a:chOff x="10483197" y="6350463"/>
            <a:chExt cx="4031699" cy="1896659"/>
          </a:xfrm>
        </p:grpSpPr>
        <p:pic>
          <p:nvPicPr>
            <p:cNvPr id="67" name="Object 66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483197" y="6350463"/>
              <a:ext cx="4031699" cy="1896659"/>
            </a:xfrm>
            <a:prstGeom prst="rect">
              <a:avLst/>
            </a:prstGeom>
          </p:spPr>
        </p:pic>
      </p:grpSp>
      <p:grpSp>
        <p:nvGrpSpPr>
          <p:cNvPr id="1020" name="그룹 1020"/>
          <p:cNvGrpSpPr/>
          <p:nvPr/>
        </p:nvGrpSpPr>
        <p:grpSpPr>
          <a:xfrm>
            <a:off x="10178435" y="5978608"/>
            <a:ext cx="996731" cy="996731"/>
            <a:chOff x="10178435" y="5978608"/>
            <a:chExt cx="996731" cy="996731"/>
          </a:xfrm>
        </p:grpSpPr>
        <p:pic>
          <p:nvPicPr>
            <p:cNvPr id="70" name="Object 69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178435" y="5978608"/>
              <a:ext cx="996731" cy="996731"/>
            </a:xfrm>
            <a:prstGeom prst="rect">
              <a:avLst/>
            </a:prstGeom>
          </p:spPr>
        </p:pic>
      </p:grpSp>
      <p:pic>
        <p:nvPicPr>
          <p:cNvPr id="72" name="Object 71"/>
          <p:cNvPicPr>
            <a:picLocks noChangeAspect="1"/>
          </p:cNvPicPr>
          <p:nvPr/>
        </p:nvPicPr>
        <p:blipFill>
          <a:blip r:embed="rId22" cstate="print"/>
          <a:stretch>
            <a:fillRect/>
          </a:stretch>
        </p:blipFill>
        <p:spPr>
          <a:xfrm>
            <a:off x="9817847" y="6092860"/>
            <a:ext cx="1721312" cy="961865"/>
          </a:xfrm>
          <a:prstGeom prst="rect">
            <a:avLst/>
          </a:prstGeom>
        </p:spPr>
      </p:pic>
      <p:pic>
        <p:nvPicPr>
          <p:cNvPr id="73" name="Object 72"/>
          <p:cNvPicPr>
            <a:picLocks noChangeAspect="1"/>
          </p:cNvPicPr>
          <p:nvPr/>
        </p:nvPicPr>
        <p:blipFill>
          <a:blip r:embed="rId23" cstate="print"/>
          <a:stretch>
            <a:fillRect/>
          </a:stretch>
        </p:blipFill>
        <p:spPr>
          <a:xfrm>
            <a:off x="9457790" y="6672894"/>
            <a:ext cx="5132743" cy="1232505"/>
          </a:xfrm>
          <a:prstGeom prst="rect">
            <a:avLst/>
          </a:prstGeom>
        </p:spPr>
      </p:pic>
      <p:grpSp>
        <p:nvGrpSpPr>
          <p:cNvPr id="1021" name="그룹 1021"/>
          <p:cNvGrpSpPr/>
          <p:nvPr/>
        </p:nvGrpSpPr>
        <p:grpSpPr>
          <a:xfrm>
            <a:off x="18095238" y="0"/>
            <a:ext cx="190476" cy="1566667"/>
            <a:chOff x="18095238" y="0"/>
            <a:chExt cx="190476" cy="1566667"/>
          </a:xfrm>
        </p:grpSpPr>
        <p:pic>
          <p:nvPicPr>
            <p:cNvPr id="75" name="Object 74"/>
            <p:cNvPicPr>
              <a:picLocks noChangeAspect="1"/>
            </p:cNvPicPr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8095238" y="0"/>
              <a:ext cx="190476" cy="1566667"/>
            </a:xfrm>
            <a:prstGeom prst="rect">
              <a:avLst/>
            </a:prstGeom>
          </p:spPr>
        </p:pic>
      </p:grpSp>
      <p:grpSp>
        <p:nvGrpSpPr>
          <p:cNvPr id="1022" name="그룹 1022"/>
          <p:cNvGrpSpPr/>
          <p:nvPr/>
        </p:nvGrpSpPr>
        <p:grpSpPr>
          <a:xfrm>
            <a:off x="691582" y="1556924"/>
            <a:ext cx="17620637" cy="8116633"/>
            <a:chOff x="691582" y="1556924"/>
            <a:chExt cx="17620637" cy="8116633"/>
          </a:xfrm>
        </p:grpSpPr>
        <p:grpSp>
          <p:nvGrpSpPr>
            <p:cNvPr id="1023" name="그룹 1023"/>
            <p:cNvGrpSpPr/>
            <p:nvPr/>
          </p:nvGrpSpPr>
          <p:grpSpPr>
            <a:xfrm>
              <a:off x="700767" y="1556924"/>
              <a:ext cx="17611452" cy="21429"/>
              <a:chOff x="700767" y="1556924"/>
              <a:chExt cx="17611452" cy="21429"/>
            </a:xfrm>
          </p:grpSpPr>
          <p:pic>
            <p:nvPicPr>
              <p:cNvPr id="79" name="Object 78"/>
              <p:cNvPicPr>
                <a:picLocks noChangeAspect="1"/>
              </p:cNvPicPr>
              <p:nvPr/>
            </p:nvPicPr>
            <p:blipFill>
              <a:blip r:embed="rId25" cstate="print"/>
              <a:stretch>
                <a:fillRect/>
              </a:stretch>
            </p:blipFill>
            <p:spPr>
              <a:xfrm>
                <a:off x="700767" y="1556924"/>
                <a:ext cx="17611452" cy="21429"/>
              </a:xfrm>
              <a:prstGeom prst="rect">
                <a:avLst/>
              </a:prstGeom>
            </p:spPr>
          </p:pic>
        </p:grpSp>
        <p:grpSp>
          <p:nvGrpSpPr>
            <p:cNvPr id="1024" name="그룹 1024"/>
            <p:cNvGrpSpPr/>
            <p:nvPr/>
          </p:nvGrpSpPr>
          <p:grpSpPr>
            <a:xfrm>
              <a:off x="691582" y="9652129"/>
              <a:ext cx="17606349" cy="21429"/>
              <a:chOff x="691582" y="9652129"/>
              <a:chExt cx="17606349" cy="21429"/>
            </a:xfrm>
          </p:grpSpPr>
          <p:pic>
            <p:nvPicPr>
              <p:cNvPr id="82" name="Object 81"/>
              <p:cNvPicPr>
                <a:picLocks noChangeAspect="1"/>
              </p:cNvPicPr>
              <p:nvPr/>
            </p:nvPicPr>
            <p:blipFill>
              <a:blip r:embed="rId26" cstate="print"/>
              <a:stretch>
                <a:fillRect/>
              </a:stretch>
            </p:blipFill>
            <p:spPr>
              <a:xfrm>
                <a:off x="691582" y="9652129"/>
                <a:ext cx="17606349" cy="21429"/>
              </a:xfrm>
              <a:prstGeom prst="rect">
                <a:avLst/>
              </a:prstGeom>
            </p:spPr>
          </p:pic>
        </p:grpSp>
      </p:grpSp>
      <p:pic>
        <p:nvPicPr>
          <p:cNvPr id="85" name="Object 84"/>
          <p:cNvPicPr>
            <a:picLocks noChangeAspect="1"/>
          </p:cNvPicPr>
          <p:nvPr/>
        </p:nvPicPr>
        <p:blipFill>
          <a:blip r:embed="rId27" cstate="print"/>
          <a:stretch>
            <a:fillRect/>
          </a:stretch>
        </p:blipFill>
        <p:spPr>
          <a:xfrm>
            <a:off x="1328768" y="3042848"/>
            <a:ext cx="5463667" cy="2215962"/>
          </a:xfrm>
          <a:prstGeom prst="rect">
            <a:avLst/>
          </a:prstGeom>
        </p:spPr>
      </p:pic>
      <p:pic>
        <p:nvPicPr>
          <p:cNvPr id="86" name="Object 85"/>
          <p:cNvPicPr>
            <a:picLocks noChangeAspect="1"/>
          </p:cNvPicPr>
          <p:nvPr/>
        </p:nvPicPr>
        <p:blipFill>
          <a:blip r:embed="rId28" cstate="print"/>
          <a:stretch>
            <a:fillRect/>
          </a:stretch>
        </p:blipFill>
        <p:spPr>
          <a:xfrm>
            <a:off x="7377003" y="3557961"/>
            <a:ext cx="4175114" cy="129903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9281989" y="8283645"/>
            <a:ext cx="7484354" cy="1224823"/>
            <a:chOff x="9281989" y="8283645"/>
            <a:chExt cx="7484354" cy="1224823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81989" y="8283645"/>
              <a:ext cx="7484354" cy="1224823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9281989" y="6134572"/>
            <a:ext cx="7484354" cy="1543378"/>
            <a:chOff x="9281989" y="6134572"/>
            <a:chExt cx="7484354" cy="1543378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81989" y="6134572"/>
              <a:ext cx="7484354" cy="1543378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9309847" y="4110541"/>
            <a:ext cx="7484354" cy="1224823"/>
            <a:chOff x="9309847" y="4110541"/>
            <a:chExt cx="7484354" cy="1224823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09847" y="4110541"/>
              <a:ext cx="7484354" cy="1224823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0" y="0"/>
            <a:ext cx="691582" cy="10285714"/>
            <a:chOff x="0" y="0"/>
            <a:chExt cx="691582" cy="10285714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691582" cy="10285714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111223" y="2102150"/>
            <a:ext cx="551788" cy="551788"/>
            <a:chOff x="111223" y="2102150"/>
            <a:chExt cx="551788" cy="551788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1223" y="2102150"/>
              <a:ext cx="551788" cy="551788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38095" y="3313196"/>
            <a:ext cx="630575" cy="630575"/>
            <a:chOff x="38095" y="3313196"/>
            <a:chExt cx="630575" cy="630575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095" y="3313196"/>
              <a:ext cx="630575" cy="630575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86332" y="4702445"/>
            <a:ext cx="518919" cy="518919"/>
            <a:chOff x="86332" y="4702445"/>
            <a:chExt cx="518919" cy="518919"/>
          </a:xfrm>
        </p:grpSpPr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6332" y="4702445"/>
              <a:ext cx="518919" cy="518919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62718" y="5970989"/>
            <a:ext cx="628864" cy="628864"/>
            <a:chOff x="62718" y="5970989"/>
            <a:chExt cx="628864" cy="628864"/>
          </a:xfrm>
        </p:grpSpPr>
        <p:pic>
          <p:nvPicPr>
            <p:cNvPr id="24" name="Object 23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2718" y="5970989"/>
              <a:ext cx="628864" cy="628864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69190" y="7366755"/>
            <a:ext cx="622391" cy="622391"/>
            <a:chOff x="69190" y="7366755"/>
            <a:chExt cx="622391" cy="622391"/>
          </a:xfrm>
        </p:grpSpPr>
        <p:pic>
          <p:nvPicPr>
            <p:cNvPr id="27" name="Object 26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9190" y="7366755"/>
              <a:ext cx="622391" cy="622391"/>
            </a:xfrm>
            <a:prstGeom prst="rect">
              <a:avLst/>
            </a:prstGeom>
          </p:spPr>
        </p:pic>
      </p:grpSp>
      <p:grpSp>
        <p:nvGrpSpPr>
          <p:cNvPr id="1010" name="그룹 1010"/>
          <p:cNvGrpSpPr/>
          <p:nvPr/>
        </p:nvGrpSpPr>
        <p:grpSpPr>
          <a:xfrm>
            <a:off x="74015" y="8751421"/>
            <a:ext cx="543552" cy="543552"/>
            <a:chOff x="74015" y="8751421"/>
            <a:chExt cx="543552" cy="543552"/>
          </a:xfrm>
        </p:grpSpPr>
        <p:pic>
          <p:nvPicPr>
            <p:cNvPr id="30" name="Object 29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4015" y="8751421"/>
              <a:ext cx="543552" cy="543552"/>
            </a:xfrm>
            <a:prstGeom prst="rect">
              <a:avLst/>
            </a:prstGeom>
          </p:spPr>
        </p:pic>
      </p:grpSp>
      <p:grpSp>
        <p:nvGrpSpPr>
          <p:cNvPr id="1011" name="그룹 1011"/>
          <p:cNvGrpSpPr/>
          <p:nvPr/>
        </p:nvGrpSpPr>
        <p:grpSpPr>
          <a:xfrm>
            <a:off x="152832" y="1832104"/>
            <a:ext cx="1109538" cy="962916"/>
            <a:chOff x="152832" y="1832104"/>
            <a:chExt cx="1109538" cy="962916"/>
          </a:xfrm>
        </p:grpSpPr>
        <p:pic>
          <p:nvPicPr>
            <p:cNvPr id="33" name="Object 32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52832" y="1832104"/>
              <a:ext cx="1109538" cy="962916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214080" y="2052627"/>
            <a:ext cx="551788" cy="551788"/>
            <a:chOff x="214080" y="2052627"/>
            <a:chExt cx="551788" cy="551788"/>
          </a:xfrm>
        </p:grpSpPr>
        <p:pic>
          <p:nvPicPr>
            <p:cNvPr id="36" name="Object 35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14080" y="2052627"/>
              <a:ext cx="551788" cy="551788"/>
            </a:xfrm>
            <a:prstGeom prst="rect">
              <a:avLst/>
            </a:prstGeom>
          </p:spPr>
        </p:pic>
      </p:grpSp>
      <p:pic>
        <p:nvPicPr>
          <p:cNvPr id="38" name="Object 37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9379108" y="9725430"/>
            <a:ext cx="9651079" cy="651412"/>
          </a:xfrm>
          <a:prstGeom prst="rect">
            <a:avLst/>
          </a:prstGeom>
        </p:spPr>
      </p:pic>
      <p:pic>
        <p:nvPicPr>
          <p:cNvPr id="39" name="Object 38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17241526" y="9733049"/>
            <a:ext cx="734412" cy="651412"/>
          </a:xfrm>
          <a:prstGeom prst="rect">
            <a:avLst/>
          </a:prstGeom>
        </p:spPr>
      </p:pic>
      <p:grpSp>
        <p:nvGrpSpPr>
          <p:cNvPr id="1013" name="그룹 1013"/>
          <p:cNvGrpSpPr/>
          <p:nvPr/>
        </p:nvGrpSpPr>
        <p:grpSpPr>
          <a:xfrm>
            <a:off x="7955741" y="2313562"/>
            <a:ext cx="1187116" cy="6637920"/>
            <a:chOff x="7955741" y="2313562"/>
            <a:chExt cx="1187116" cy="6637920"/>
          </a:xfrm>
        </p:grpSpPr>
        <p:grpSp>
          <p:nvGrpSpPr>
            <p:cNvPr id="1014" name="그룹 1014"/>
            <p:cNvGrpSpPr/>
            <p:nvPr/>
          </p:nvGrpSpPr>
          <p:grpSpPr>
            <a:xfrm>
              <a:off x="8341696" y="2313562"/>
              <a:ext cx="801161" cy="6637920"/>
              <a:chOff x="8341696" y="2313562"/>
              <a:chExt cx="801161" cy="6637920"/>
            </a:xfrm>
          </p:grpSpPr>
          <p:pic>
            <p:nvPicPr>
              <p:cNvPr id="42" name="Object 41"/>
              <p:cNvPicPr>
                <a:picLocks noChangeAspect="1"/>
              </p:cNvPicPr>
              <p:nvPr/>
            </p:nvPicPr>
            <p:blipFill>
              <a:blip r:embed="rId15" cstate="print"/>
              <a:stretch>
                <a:fillRect/>
              </a:stretch>
            </p:blipFill>
            <p:spPr>
              <a:xfrm>
                <a:off x="8341696" y="2313562"/>
                <a:ext cx="801161" cy="6637920"/>
              </a:xfrm>
              <a:prstGeom prst="rect">
                <a:avLst/>
              </a:prstGeom>
            </p:spPr>
          </p:pic>
        </p:grpSp>
        <p:grpSp>
          <p:nvGrpSpPr>
            <p:cNvPr id="1015" name="그룹 1015"/>
            <p:cNvGrpSpPr/>
            <p:nvPr/>
          </p:nvGrpSpPr>
          <p:grpSpPr>
            <a:xfrm>
              <a:off x="7955741" y="5420022"/>
              <a:ext cx="572943" cy="431736"/>
              <a:chOff x="7955741" y="5420022"/>
              <a:chExt cx="572943" cy="431736"/>
            </a:xfrm>
          </p:grpSpPr>
          <p:pic>
            <p:nvPicPr>
              <p:cNvPr id="45" name="Object 44"/>
              <p:cNvPicPr>
                <a:picLocks noChangeAspect="1"/>
              </p:cNvPicPr>
              <p:nvPr/>
            </p:nvPicPr>
            <p:blipFill>
              <a:blip r:embed="rId16" cstate="print"/>
              <a:stretch>
                <a:fillRect/>
              </a:stretch>
            </p:blipFill>
            <p:spPr>
              <a:xfrm>
                <a:off x="7955741" y="5420022"/>
                <a:ext cx="572943" cy="431736"/>
              </a:xfrm>
              <a:prstGeom prst="rect">
                <a:avLst/>
              </a:prstGeom>
            </p:spPr>
          </p:pic>
        </p:grpSp>
      </p:grpSp>
      <p:grpSp>
        <p:nvGrpSpPr>
          <p:cNvPr id="1016" name="그룹 1016"/>
          <p:cNvGrpSpPr/>
          <p:nvPr/>
        </p:nvGrpSpPr>
        <p:grpSpPr>
          <a:xfrm>
            <a:off x="2739444" y="3097340"/>
            <a:ext cx="4878121" cy="4878121"/>
            <a:chOff x="2739444" y="3097340"/>
            <a:chExt cx="4878121" cy="4878121"/>
          </a:xfrm>
        </p:grpSpPr>
        <p:pic>
          <p:nvPicPr>
            <p:cNvPr id="49" name="Object 48"/>
            <p:cNvPicPr>
              <a:picLocks noChangeAspect="1"/>
            </p:cNvPicPr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739444" y="3097340"/>
              <a:ext cx="4878121" cy="4878121"/>
            </a:xfrm>
            <a:prstGeom prst="rect">
              <a:avLst/>
            </a:prstGeom>
          </p:spPr>
        </p:pic>
      </p:grpSp>
      <p:grpSp>
        <p:nvGrpSpPr>
          <p:cNvPr id="1017" name="그룹 1017"/>
          <p:cNvGrpSpPr/>
          <p:nvPr/>
        </p:nvGrpSpPr>
        <p:grpSpPr>
          <a:xfrm>
            <a:off x="3219053" y="6590584"/>
            <a:ext cx="2574816" cy="2799627"/>
            <a:chOff x="3219053" y="6590584"/>
            <a:chExt cx="2574816" cy="2799627"/>
          </a:xfrm>
        </p:grpSpPr>
        <p:pic>
          <p:nvPicPr>
            <p:cNvPr id="52" name="Object 51"/>
            <p:cNvPicPr>
              <a:picLocks noChangeAspect="1"/>
            </p:cNvPicPr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219053" y="6590584"/>
              <a:ext cx="2574816" cy="2799627"/>
            </a:xfrm>
            <a:prstGeom prst="rect">
              <a:avLst/>
            </a:prstGeom>
          </p:spPr>
        </p:pic>
      </p:grpSp>
      <p:grpSp>
        <p:nvGrpSpPr>
          <p:cNvPr id="1018" name="그룹 1018"/>
          <p:cNvGrpSpPr/>
          <p:nvPr/>
        </p:nvGrpSpPr>
        <p:grpSpPr>
          <a:xfrm>
            <a:off x="4792305" y="3811220"/>
            <a:ext cx="772399" cy="524922"/>
            <a:chOff x="4792305" y="3811220"/>
            <a:chExt cx="772399" cy="524922"/>
          </a:xfrm>
        </p:grpSpPr>
        <p:pic>
          <p:nvPicPr>
            <p:cNvPr id="55" name="Object 54"/>
            <p:cNvPicPr>
              <a:picLocks noChangeAspect="1"/>
            </p:cNvPicPr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792305" y="3811220"/>
              <a:ext cx="772399" cy="524922"/>
            </a:xfrm>
            <a:prstGeom prst="rect">
              <a:avLst/>
            </a:prstGeom>
          </p:spPr>
        </p:pic>
      </p:grpSp>
      <p:pic>
        <p:nvPicPr>
          <p:cNvPr id="57" name="Object 56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2901308" y="4436790"/>
            <a:ext cx="4693329" cy="2304004"/>
          </a:xfrm>
          <a:prstGeom prst="rect">
            <a:avLst/>
          </a:prstGeom>
        </p:spPr>
      </p:pic>
      <p:grpSp>
        <p:nvGrpSpPr>
          <p:cNvPr id="1019" name="그룹 1019"/>
          <p:cNvGrpSpPr/>
          <p:nvPr/>
        </p:nvGrpSpPr>
        <p:grpSpPr>
          <a:xfrm>
            <a:off x="9633838" y="3858759"/>
            <a:ext cx="6608004" cy="618345"/>
            <a:chOff x="9633838" y="3858759"/>
            <a:chExt cx="6608004" cy="618345"/>
          </a:xfrm>
        </p:grpSpPr>
        <p:pic>
          <p:nvPicPr>
            <p:cNvPr id="59" name="Object 58"/>
            <p:cNvPicPr>
              <a:picLocks noChangeAspect="1"/>
            </p:cNvPicPr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9633838" y="3858759"/>
              <a:ext cx="6608004" cy="618345"/>
            </a:xfrm>
            <a:prstGeom prst="rect">
              <a:avLst/>
            </a:prstGeom>
          </p:spPr>
        </p:pic>
      </p:grpSp>
      <p:pic>
        <p:nvPicPr>
          <p:cNvPr id="61" name="Object 60"/>
          <p:cNvPicPr>
            <a:picLocks noChangeAspect="1"/>
          </p:cNvPicPr>
          <p:nvPr/>
        </p:nvPicPr>
        <p:blipFill>
          <a:blip r:embed="rId22" cstate="print"/>
          <a:stretch>
            <a:fillRect/>
          </a:stretch>
        </p:blipFill>
        <p:spPr>
          <a:xfrm>
            <a:off x="9547401" y="4478755"/>
            <a:ext cx="6425086" cy="821076"/>
          </a:xfrm>
          <a:prstGeom prst="rect">
            <a:avLst/>
          </a:prstGeom>
        </p:spPr>
      </p:pic>
      <p:grpSp>
        <p:nvGrpSpPr>
          <p:cNvPr id="1020" name="그룹 1020"/>
          <p:cNvGrpSpPr/>
          <p:nvPr/>
        </p:nvGrpSpPr>
        <p:grpSpPr>
          <a:xfrm>
            <a:off x="9631508" y="5905010"/>
            <a:ext cx="6611835" cy="618704"/>
            <a:chOff x="9631508" y="5905010"/>
            <a:chExt cx="6611835" cy="618704"/>
          </a:xfrm>
        </p:grpSpPr>
        <p:pic>
          <p:nvPicPr>
            <p:cNvPr id="63" name="Object 62"/>
            <p:cNvPicPr>
              <a:picLocks noChangeAspect="1"/>
            </p:cNvPicPr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9631508" y="5905010"/>
              <a:ext cx="6611835" cy="618704"/>
            </a:xfrm>
            <a:prstGeom prst="rect">
              <a:avLst/>
            </a:prstGeom>
          </p:spPr>
        </p:pic>
      </p:grpSp>
      <p:pic>
        <p:nvPicPr>
          <p:cNvPr id="65" name="Object 64"/>
          <p:cNvPicPr>
            <a:picLocks noChangeAspect="1"/>
          </p:cNvPicPr>
          <p:nvPr/>
        </p:nvPicPr>
        <p:blipFill>
          <a:blip r:embed="rId24" cstate="print"/>
          <a:stretch>
            <a:fillRect/>
          </a:stretch>
        </p:blipFill>
        <p:spPr>
          <a:xfrm>
            <a:off x="10042986" y="5911971"/>
            <a:ext cx="4583728" cy="804795"/>
          </a:xfrm>
          <a:prstGeom prst="rect">
            <a:avLst/>
          </a:prstGeom>
        </p:spPr>
      </p:pic>
      <p:pic>
        <p:nvPicPr>
          <p:cNvPr id="66" name="Object 65"/>
          <p:cNvPicPr>
            <a:picLocks noChangeAspect="1"/>
          </p:cNvPicPr>
          <p:nvPr/>
        </p:nvPicPr>
        <p:blipFill>
          <a:blip r:embed="rId25" cstate="print"/>
          <a:stretch>
            <a:fillRect/>
          </a:stretch>
        </p:blipFill>
        <p:spPr>
          <a:xfrm>
            <a:off x="9527922" y="6492617"/>
            <a:ext cx="7164495" cy="1227743"/>
          </a:xfrm>
          <a:prstGeom prst="rect">
            <a:avLst/>
          </a:prstGeom>
        </p:spPr>
      </p:pic>
      <p:grpSp>
        <p:nvGrpSpPr>
          <p:cNvPr id="1021" name="그룹 1021"/>
          <p:cNvGrpSpPr/>
          <p:nvPr/>
        </p:nvGrpSpPr>
        <p:grpSpPr>
          <a:xfrm>
            <a:off x="9684806" y="7969584"/>
            <a:ext cx="6611835" cy="618704"/>
            <a:chOff x="9684806" y="7969584"/>
            <a:chExt cx="6611835" cy="618704"/>
          </a:xfrm>
        </p:grpSpPr>
        <p:pic>
          <p:nvPicPr>
            <p:cNvPr id="68" name="Object 67"/>
            <p:cNvPicPr>
              <a:picLocks noChangeAspect="1"/>
            </p:cNvPicPr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9684806" y="7969584"/>
              <a:ext cx="6611835" cy="618704"/>
            </a:xfrm>
            <a:prstGeom prst="rect">
              <a:avLst/>
            </a:prstGeom>
          </p:spPr>
        </p:pic>
      </p:grpSp>
      <p:grpSp>
        <p:nvGrpSpPr>
          <p:cNvPr id="1022" name="그룹 1022"/>
          <p:cNvGrpSpPr/>
          <p:nvPr/>
        </p:nvGrpSpPr>
        <p:grpSpPr>
          <a:xfrm>
            <a:off x="18097263" y="0"/>
            <a:ext cx="188451" cy="1566667"/>
            <a:chOff x="18097263" y="0"/>
            <a:chExt cx="188451" cy="1566667"/>
          </a:xfrm>
        </p:grpSpPr>
        <p:pic>
          <p:nvPicPr>
            <p:cNvPr id="71" name="Object 70"/>
            <p:cNvPicPr>
              <a:picLocks noChangeAspect="1"/>
            </p:cNvPicPr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8097263" y="0"/>
              <a:ext cx="188451" cy="1566667"/>
            </a:xfrm>
            <a:prstGeom prst="rect">
              <a:avLst/>
            </a:prstGeom>
          </p:spPr>
        </p:pic>
      </p:grpSp>
      <p:grpSp>
        <p:nvGrpSpPr>
          <p:cNvPr id="1023" name="그룹 1023"/>
          <p:cNvGrpSpPr/>
          <p:nvPr/>
        </p:nvGrpSpPr>
        <p:grpSpPr>
          <a:xfrm>
            <a:off x="174362" y="925620"/>
            <a:ext cx="368628" cy="363096"/>
            <a:chOff x="174362" y="925620"/>
            <a:chExt cx="368628" cy="363096"/>
          </a:xfrm>
        </p:grpSpPr>
        <p:pic>
          <p:nvPicPr>
            <p:cNvPr id="74" name="Object 73"/>
            <p:cNvPicPr>
              <a:picLocks noChangeAspect="1"/>
            </p:cNvPicPr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74362" y="925620"/>
              <a:ext cx="368628" cy="363096"/>
            </a:xfrm>
            <a:prstGeom prst="rect">
              <a:avLst/>
            </a:prstGeom>
          </p:spPr>
        </p:pic>
      </p:grpSp>
      <p:pic>
        <p:nvPicPr>
          <p:cNvPr id="76" name="Object 75"/>
          <p:cNvPicPr>
            <a:picLocks noChangeAspect="1"/>
          </p:cNvPicPr>
          <p:nvPr/>
        </p:nvPicPr>
        <p:blipFill>
          <a:blip r:embed="rId28" cstate="print"/>
          <a:stretch>
            <a:fillRect/>
          </a:stretch>
        </p:blipFill>
        <p:spPr>
          <a:xfrm>
            <a:off x="10092569" y="8000079"/>
            <a:ext cx="4378766" cy="804795"/>
          </a:xfrm>
          <a:prstGeom prst="rect">
            <a:avLst/>
          </a:prstGeom>
        </p:spPr>
      </p:pic>
      <p:pic>
        <p:nvPicPr>
          <p:cNvPr id="77" name="Object 76"/>
          <p:cNvPicPr>
            <a:picLocks noChangeAspect="1"/>
          </p:cNvPicPr>
          <p:nvPr/>
        </p:nvPicPr>
        <p:blipFill>
          <a:blip r:embed="rId29" cstate="print"/>
          <a:stretch>
            <a:fillRect/>
          </a:stretch>
        </p:blipFill>
        <p:spPr>
          <a:xfrm>
            <a:off x="9613955" y="8693702"/>
            <a:ext cx="5741857" cy="793971"/>
          </a:xfrm>
          <a:prstGeom prst="rect">
            <a:avLst/>
          </a:prstGeom>
        </p:spPr>
      </p:pic>
      <p:pic>
        <p:nvPicPr>
          <p:cNvPr id="78" name="Object 77"/>
          <p:cNvPicPr>
            <a:picLocks noChangeAspect="1"/>
          </p:cNvPicPr>
          <p:nvPr/>
        </p:nvPicPr>
        <p:blipFill>
          <a:blip r:embed="rId30" cstate="print"/>
          <a:stretch>
            <a:fillRect/>
          </a:stretch>
        </p:blipFill>
        <p:spPr>
          <a:xfrm>
            <a:off x="-1352321" y="-457546"/>
            <a:ext cx="20352438" cy="3091190"/>
          </a:xfrm>
          <a:prstGeom prst="rect">
            <a:avLst/>
          </a:prstGeom>
        </p:spPr>
      </p:pic>
      <p:pic>
        <p:nvPicPr>
          <p:cNvPr id="79" name="Object 78"/>
          <p:cNvPicPr>
            <a:picLocks noChangeAspect="1"/>
          </p:cNvPicPr>
          <p:nvPr/>
        </p:nvPicPr>
        <p:blipFill>
          <a:blip r:embed="rId31" cstate="print"/>
          <a:stretch>
            <a:fillRect/>
          </a:stretch>
        </p:blipFill>
        <p:spPr>
          <a:xfrm>
            <a:off x="10011014" y="1844788"/>
            <a:ext cx="925001" cy="804322"/>
          </a:xfrm>
          <a:prstGeom prst="rect">
            <a:avLst/>
          </a:prstGeom>
        </p:spPr>
      </p:pic>
      <p:grpSp>
        <p:nvGrpSpPr>
          <p:cNvPr id="1024" name="그룹 1024"/>
          <p:cNvGrpSpPr/>
          <p:nvPr/>
        </p:nvGrpSpPr>
        <p:grpSpPr>
          <a:xfrm>
            <a:off x="9286408" y="2031316"/>
            <a:ext cx="7484354" cy="1224823"/>
            <a:chOff x="9286408" y="2031316"/>
            <a:chExt cx="7484354" cy="1224823"/>
          </a:xfrm>
        </p:grpSpPr>
        <p:pic>
          <p:nvPicPr>
            <p:cNvPr id="81" name="Object 80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86408" y="2031316"/>
              <a:ext cx="7484354" cy="1224823"/>
            </a:xfrm>
            <a:prstGeom prst="rect">
              <a:avLst/>
            </a:prstGeom>
          </p:spPr>
        </p:pic>
      </p:grpSp>
      <p:grpSp>
        <p:nvGrpSpPr>
          <p:cNvPr id="1025" name="그룹 1025"/>
          <p:cNvGrpSpPr/>
          <p:nvPr/>
        </p:nvGrpSpPr>
        <p:grpSpPr>
          <a:xfrm>
            <a:off x="9676490" y="1752889"/>
            <a:ext cx="6337699" cy="593051"/>
            <a:chOff x="9676490" y="1752889"/>
            <a:chExt cx="6337699" cy="593051"/>
          </a:xfrm>
        </p:grpSpPr>
        <p:pic>
          <p:nvPicPr>
            <p:cNvPr id="84" name="Object 83"/>
            <p:cNvPicPr>
              <a:picLocks noChangeAspect="1"/>
            </p:cNvPicPr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9676490" y="1752889"/>
              <a:ext cx="6337699" cy="593051"/>
            </a:xfrm>
            <a:prstGeom prst="rect">
              <a:avLst/>
            </a:prstGeom>
          </p:spPr>
        </p:pic>
      </p:grpSp>
      <p:pic>
        <p:nvPicPr>
          <p:cNvPr id="86" name="Object 85"/>
          <p:cNvPicPr>
            <a:picLocks noChangeAspect="1"/>
          </p:cNvPicPr>
          <p:nvPr/>
        </p:nvPicPr>
        <p:blipFill>
          <a:blip r:embed="rId33" cstate="print"/>
          <a:stretch>
            <a:fillRect/>
          </a:stretch>
        </p:blipFill>
        <p:spPr>
          <a:xfrm>
            <a:off x="9564372" y="2456727"/>
            <a:ext cx="7060105" cy="793971"/>
          </a:xfrm>
          <a:prstGeom prst="rect">
            <a:avLst/>
          </a:prstGeom>
        </p:spPr>
      </p:pic>
      <p:pic>
        <p:nvPicPr>
          <p:cNvPr id="87" name="Object 86"/>
          <p:cNvPicPr>
            <a:picLocks noChangeAspect="1"/>
          </p:cNvPicPr>
          <p:nvPr/>
        </p:nvPicPr>
        <p:blipFill>
          <a:blip r:embed="rId34" cstate="print"/>
          <a:stretch>
            <a:fillRect/>
          </a:stretch>
        </p:blipFill>
        <p:spPr>
          <a:xfrm>
            <a:off x="9885351" y="3842194"/>
            <a:ext cx="3034394" cy="804795"/>
          </a:xfrm>
          <a:prstGeom prst="rect">
            <a:avLst/>
          </a:prstGeom>
        </p:spPr>
      </p:pic>
      <p:pic>
        <p:nvPicPr>
          <p:cNvPr id="88" name="Object 87"/>
          <p:cNvPicPr>
            <a:picLocks noChangeAspect="1"/>
          </p:cNvPicPr>
          <p:nvPr/>
        </p:nvPicPr>
        <p:blipFill>
          <a:blip r:embed="rId35" cstate="print"/>
          <a:stretch>
            <a:fillRect/>
          </a:stretch>
        </p:blipFill>
        <p:spPr>
          <a:xfrm>
            <a:off x="9906199" y="1735472"/>
            <a:ext cx="3184518" cy="8047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691582" cy="10285714"/>
            <a:chOff x="0" y="0"/>
            <a:chExt cx="691582" cy="10285714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691582" cy="10285714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11223" y="2102150"/>
            <a:ext cx="551788" cy="551788"/>
            <a:chOff x="111223" y="2102150"/>
            <a:chExt cx="551788" cy="551788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223" y="2102150"/>
              <a:ext cx="551788" cy="551788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38095" y="3313196"/>
            <a:ext cx="630575" cy="630575"/>
            <a:chOff x="38095" y="3313196"/>
            <a:chExt cx="630575" cy="630575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095" y="3313196"/>
              <a:ext cx="630575" cy="630575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86332" y="4702445"/>
            <a:ext cx="518919" cy="518919"/>
            <a:chOff x="86332" y="4702445"/>
            <a:chExt cx="518919" cy="518919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332" y="4702445"/>
              <a:ext cx="518919" cy="518919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62718" y="5970989"/>
            <a:ext cx="628864" cy="628864"/>
            <a:chOff x="62718" y="5970989"/>
            <a:chExt cx="628864" cy="628864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718" y="5970989"/>
              <a:ext cx="628864" cy="628864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69190" y="7366755"/>
            <a:ext cx="622391" cy="622391"/>
            <a:chOff x="69190" y="7366755"/>
            <a:chExt cx="622391" cy="622391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9190" y="7366755"/>
              <a:ext cx="622391" cy="622391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74015" y="8751421"/>
            <a:ext cx="543552" cy="543552"/>
            <a:chOff x="74015" y="8751421"/>
            <a:chExt cx="543552" cy="543552"/>
          </a:xfrm>
        </p:grpSpPr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4015" y="8751421"/>
              <a:ext cx="543552" cy="543552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152832" y="1832104"/>
            <a:ext cx="1109538" cy="962916"/>
            <a:chOff x="152832" y="1832104"/>
            <a:chExt cx="1109538" cy="962916"/>
          </a:xfrm>
        </p:grpSpPr>
        <p:pic>
          <p:nvPicPr>
            <p:cNvPr id="24" name="Object 23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2832" y="1832104"/>
              <a:ext cx="1109538" cy="962916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214080" y="2052627"/>
            <a:ext cx="551788" cy="551788"/>
            <a:chOff x="214080" y="2052627"/>
            <a:chExt cx="551788" cy="551788"/>
          </a:xfrm>
        </p:grpSpPr>
        <p:pic>
          <p:nvPicPr>
            <p:cNvPr id="27" name="Object 26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14080" y="2052627"/>
              <a:ext cx="551788" cy="551788"/>
            </a:xfrm>
            <a:prstGeom prst="rect">
              <a:avLst/>
            </a:prstGeom>
          </p:spPr>
        </p:pic>
      </p:grpSp>
      <p:pic>
        <p:nvPicPr>
          <p:cNvPr id="29" name="Object 28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10569583" y="9725430"/>
            <a:ext cx="9252574" cy="651412"/>
          </a:xfrm>
          <a:prstGeom prst="rect">
            <a:avLst/>
          </a:prstGeom>
        </p:spPr>
      </p:pic>
      <p:pic>
        <p:nvPicPr>
          <p:cNvPr id="30" name="Object 29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17248145" y="9728287"/>
            <a:ext cx="731317" cy="660936"/>
          </a:xfrm>
          <a:prstGeom prst="rect">
            <a:avLst/>
          </a:prstGeom>
        </p:spPr>
      </p:pic>
      <p:grpSp>
        <p:nvGrpSpPr>
          <p:cNvPr id="1010" name="그룹 1010"/>
          <p:cNvGrpSpPr/>
          <p:nvPr/>
        </p:nvGrpSpPr>
        <p:grpSpPr>
          <a:xfrm>
            <a:off x="18097263" y="0"/>
            <a:ext cx="188451" cy="1566667"/>
            <a:chOff x="18097263" y="0"/>
            <a:chExt cx="188451" cy="1566667"/>
          </a:xfrm>
        </p:grpSpPr>
        <p:pic>
          <p:nvPicPr>
            <p:cNvPr id="32" name="Object 31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8097263" y="0"/>
              <a:ext cx="188451" cy="1566667"/>
            </a:xfrm>
            <a:prstGeom prst="rect">
              <a:avLst/>
            </a:prstGeom>
          </p:spPr>
        </p:pic>
      </p:grpSp>
      <p:grpSp>
        <p:nvGrpSpPr>
          <p:cNvPr id="1011" name="그룹 1011"/>
          <p:cNvGrpSpPr/>
          <p:nvPr/>
        </p:nvGrpSpPr>
        <p:grpSpPr>
          <a:xfrm>
            <a:off x="174362" y="925620"/>
            <a:ext cx="368628" cy="363096"/>
            <a:chOff x="174362" y="925620"/>
            <a:chExt cx="368628" cy="363096"/>
          </a:xfrm>
        </p:grpSpPr>
        <p:pic>
          <p:nvPicPr>
            <p:cNvPr id="35" name="Object 34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74362" y="925620"/>
              <a:ext cx="368628" cy="363096"/>
            </a:xfrm>
            <a:prstGeom prst="rect">
              <a:avLst/>
            </a:prstGeom>
          </p:spPr>
        </p:pic>
      </p:grpSp>
      <p:pic>
        <p:nvPicPr>
          <p:cNvPr id="37" name="Object 36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-12507" y="305042"/>
            <a:ext cx="17102130" cy="3123787"/>
          </a:xfrm>
          <a:prstGeom prst="rect">
            <a:avLst/>
          </a:prstGeom>
        </p:spPr>
      </p:pic>
      <p:grpSp>
        <p:nvGrpSpPr>
          <p:cNvPr id="1012" name="그룹 1012"/>
          <p:cNvGrpSpPr/>
          <p:nvPr/>
        </p:nvGrpSpPr>
        <p:grpSpPr>
          <a:xfrm>
            <a:off x="7475502" y="4734022"/>
            <a:ext cx="3943698" cy="3943698"/>
            <a:chOff x="7475502" y="4734022"/>
            <a:chExt cx="3943698" cy="3943698"/>
          </a:xfrm>
        </p:grpSpPr>
        <p:pic>
          <p:nvPicPr>
            <p:cNvPr id="39" name="Object 38"/>
            <p:cNvPicPr>
              <a:picLocks noChangeAspect="1"/>
            </p:cNvPicPr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475502" y="4734022"/>
              <a:ext cx="3943698" cy="3943698"/>
            </a:xfrm>
            <a:prstGeom prst="rect">
              <a:avLst/>
            </a:prstGeom>
          </p:spPr>
        </p:pic>
      </p:grpSp>
      <p:grpSp>
        <p:nvGrpSpPr>
          <p:cNvPr id="1013" name="그룹 1013"/>
          <p:cNvGrpSpPr/>
          <p:nvPr/>
        </p:nvGrpSpPr>
        <p:grpSpPr>
          <a:xfrm>
            <a:off x="7751306" y="4990778"/>
            <a:ext cx="3434430" cy="3434430"/>
            <a:chOff x="7751306" y="4990778"/>
            <a:chExt cx="3434430" cy="3434430"/>
          </a:xfrm>
        </p:grpSpPr>
        <p:pic>
          <p:nvPicPr>
            <p:cNvPr id="42" name="Object 41"/>
            <p:cNvPicPr>
              <a:picLocks noChangeAspect="1"/>
            </p:cNvPicPr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751306" y="4990778"/>
              <a:ext cx="3434430" cy="3434430"/>
            </a:xfrm>
            <a:prstGeom prst="rect">
              <a:avLst/>
            </a:prstGeom>
          </p:spPr>
        </p:pic>
      </p:grpSp>
      <p:pic>
        <p:nvPicPr>
          <p:cNvPr id="44" name="Object 43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7249742" y="6208738"/>
            <a:ext cx="4257578" cy="1133302"/>
          </a:xfrm>
          <a:prstGeom prst="rect">
            <a:avLst/>
          </a:prstGeom>
        </p:spPr>
      </p:pic>
      <p:pic>
        <p:nvPicPr>
          <p:cNvPr id="45" name="Object 44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14208476" y="7458686"/>
            <a:ext cx="2758371" cy="1260924"/>
          </a:xfrm>
          <a:prstGeom prst="rect">
            <a:avLst/>
          </a:prstGeom>
        </p:spPr>
      </p:pic>
      <p:pic>
        <p:nvPicPr>
          <p:cNvPr id="46" name="Object 45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1418390" y="4986781"/>
            <a:ext cx="3776429" cy="958705"/>
          </a:xfrm>
          <a:prstGeom prst="rect">
            <a:avLst/>
          </a:prstGeom>
        </p:spPr>
      </p:pic>
      <p:grpSp>
        <p:nvGrpSpPr>
          <p:cNvPr id="1014" name="그룹 1014"/>
          <p:cNvGrpSpPr/>
          <p:nvPr/>
        </p:nvGrpSpPr>
        <p:grpSpPr>
          <a:xfrm>
            <a:off x="12326847" y="7135950"/>
            <a:ext cx="1759204" cy="1759204"/>
            <a:chOff x="12326847" y="7135950"/>
            <a:chExt cx="1759204" cy="1759204"/>
          </a:xfrm>
        </p:grpSpPr>
        <p:pic>
          <p:nvPicPr>
            <p:cNvPr id="48" name="Object 47"/>
            <p:cNvPicPr>
              <a:picLocks noChangeAspect="1"/>
            </p:cNvPicPr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2326847" y="7135950"/>
              <a:ext cx="1759204" cy="1759204"/>
            </a:xfrm>
            <a:prstGeom prst="rect">
              <a:avLst/>
            </a:prstGeom>
          </p:spPr>
        </p:pic>
      </p:grpSp>
      <p:grpSp>
        <p:nvGrpSpPr>
          <p:cNvPr id="1015" name="그룹 1015"/>
          <p:cNvGrpSpPr/>
          <p:nvPr/>
        </p:nvGrpSpPr>
        <p:grpSpPr>
          <a:xfrm>
            <a:off x="12582957" y="7433222"/>
            <a:ext cx="1255923" cy="1176072"/>
            <a:chOff x="12582957" y="7433222"/>
            <a:chExt cx="1255923" cy="1176072"/>
          </a:xfrm>
        </p:grpSpPr>
        <p:pic>
          <p:nvPicPr>
            <p:cNvPr id="51" name="Object 50"/>
            <p:cNvPicPr>
              <a:picLocks noChangeAspect="1"/>
            </p:cNvPicPr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2582957" y="7433222"/>
              <a:ext cx="1255923" cy="1176072"/>
            </a:xfrm>
            <a:prstGeom prst="rect">
              <a:avLst/>
            </a:prstGeom>
          </p:spPr>
        </p:pic>
      </p:grpSp>
      <p:grpSp>
        <p:nvGrpSpPr>
          <p:cNvPr id="1016" name="그룹 1016"/>
          <p:cNvGrpSpPr/>
          <p:nvPr/>
        </p:nvGrpSpPr>
        <p:grpSpPr>
          <a:xfrm>
            <a:off x="6471176" y="5300523"/>
            <a:ext cx="1554472" cy="608009"/>
            <a:chOff x="6471176" y="5300523"/>
            <a:chExt cx="1554472" cy="608009"/>
          </a:xfrm>
        </p:grpSpPr>
        <p:pic>
          <p:nvPicPr>
            <p:cNvPr id="54" name="Object 53"/>
            <p:cNvPicPr>
              <a:picLocks noChangeAspect="1"/>
            </p:cNvPicPr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471176" y="5300523"/>
              <a:ext cx="1554472" cy="608009"/>
            </a:xfrm>
            <a:prstGeom prst="rect">
              <a:avLst/>
            </a:prstGeom>
          </p:spPr>
        </p:pic>
      </p:grpSp>
      <p:grpSp>
        <p:nvGrpSpPr>
          <p:cNvPr id="1017" name="그룹 1017"/>
          <p:cNvGrpSpPr/>
          <p:nvPr/>
        </p:nvGrpSpPr>
        <p:grpSpPr>
          <a:xfrm>
            <a:off x="4807210" y="4502138"/>
            <a:ext cx="1759204" cy="1759204"/>
            <a:chOff x="4807210" y="4502138"/>
            <a:chExt cx="1759204" cy="1759204"/>
          </a:xfrm>
        </p:grpSpPr>
        <p:pic>
          <p:nvPicPr>
            <p:cNvPr id="57" name="Object 56"/>
            <p:cNvPicPr>
              <a:picLocks noChangeAspect="1"/>
            </p:cNvPicPr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807210" y="4502138"/>
              <a:ext cx="1759204" cy="1759204"/>
            </a:xfrm>
            <a:prstGeom prst="rect">
              <a:avLst/>
            </a:prstGeom>
          </p:spPr>
        </p:pic>
      </p:grpSp>
      <p:pic>
        <p:nvPicPr>
          <p:cNvPr id="59" name="Object 58"/>
          <p:cNvPicPr>
            <a:picLocks noChangeAspect="1"/>
          </p:cNvPicPr>
          <p:nvPr/>
        </p:nvPicPr>
        <p:blipFill>
          <a:blip r:embed="rId25" cstate="print"/>
          <a:stretch>
            <a:fillRect/>
          </a:stretch>
        </p:blipFill>
        <p:spPr>
          <a:xfrm>
            <a:off x="289732" y="7521874"/>
            <a:ext cx="5557819" cy="1362971"/>
          </a:xfrm>
          <a:prstGeom prst="rect">
            <a:avLst/>
          </a:prstGeom>
        </p:spPr>
      </p:pic>
      <p:grpSp>
        <p:nvGrpSpPr>
          <p:cNvPr id="1018" name="그룹 1018"/>
          <p:cNvGrpSpPr/>
          <p:nvPr/>
        </p:nvGrpSpPr>
        <p:grpSpPr>
          <a:xfrm>
            <a:off x="6484720" y="7538845"/>
            <a:ext cx="1554472" cy="608009"/>
            <a:chOff x="6484720" y="7538845"/>
            <a:chExt cx="1554472" cy="608009"/>
          </a:xfrm>
        </p:grpSpPr>
        <p:pic>
          <p:nvPicPr>
            <p:cNvPr id="61" name="Object 60"/>
            <p:cNvPicPr>
              <a:picLocks noChangeAspect="1"/>
            </p:cNvPicPr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484720" y="7538845"/>
              <a:ext cx="1554472" cy="608009"/>
            </a:xfrm>
            <a:prstGeom prst="rect">
              <a:avLst/>
            </a:prstGeom>
          </p:spPr>
        </p:pic>
      </p:grpSp>
      <p:grpSp>
        <p:nvGrpSpPr>
          <p:cNvPr id="1019" name="그룹 1019"/>
          <p:cNvGrpSpPr/>
          <p:nvPr/>
        </p:nvGrpSpPr>
        <p:grpSpPr>
          <a:xfrm>
            <a:off x="4807210" y="7139666"/>
            <a:ext cx="1759204" cy="1759204"/>
            <a:chOff x="4807210" y="7139666"/>
            <a:chExt cx="1759204" cy="1759204"/>
          </a:xfrm>
        </p:grpSpPr>
        <p:pic>
          <p:nvPicPr>
            <p:cNvPr id="64" name="Object 63"/>
            <p:cNvPicPr>
              <a:picLocks noChangeAspect="1"/>
            </p:cNvPicPr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807210" y="7139666"/>
              <a:ext cx="1759204" cy="1759204"/>
            </a:xfrm>
            <a:prstGeom prst="rect">
              <a:avLst/>
            </a:prstGeom>
          </p:spPr>
        </p:pic>
      </p:grpSp>
      <p:grpSp>
        <p:nvGrpSpPr>
          <p:cNvPr id="1020" name="그룹 1020"/>
          <p:cNvGrpSpPr/>
          <p:nvPr/>
        </p:nvGrpSpPr>
        <p:grpSpPr>
          <a:xfrm>
            <a:off x="5203244" y="7526301"/>
            <a:ext cx="958661" cy="1016867"/>
            <a:chOff x="5203244" y="7526301"/>
            <a:chExt cx="958661" cy="1016867"/>
          </a:xfrm>
        </p:grpSpPr>
        <p:pic>
          <p:nvPicPr>
            <p:cNvPr id="67" name="Object 66"/>
            <p:cNvPicPr>
              <a:picLocks noChangeAspect="1"/>
            </p:cNvPicPr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203244" y="7526301"/>
              <a:ext cx="958661" cy="1016867"/>
            </a:xfrm>
            <a:prstGeom prst="rect">
              <a:avLst/>
            </a:prstGeom>
          </p:spPr>
        </p:pic>
      </p:grpSp>
      <p:pic>
        <p:nvPicPr>
          <p:cNvPr id="69" name="Object 68"/>
          <p:cNvPicPr>
            <a:picLocks noChangeAspect="1"/>
          </p:cNvPicPr>
          <p:nvPr/>
        </p:nvPicPr>
        <p:blipFill>
          <a:blip r:embed="rId28" cstate="print"/>
          <a:stretch>
            <a:fillRect/>
          </a:stretch>
        </p:blipFill>
        <p:spPr>
          <a:xfrm>
            <a:off x="14186667" y="4990722"/>
            <a:ext cx="2849457" cy="847124"/>
          </a:xfrm>
          <a:prstGeom prst="rect">
            <a:avLst/>
          </a:prstGeom>
        </p:spPr>
      </p:pic>
      <p:grpSp>
        <p:nvGrpSpPr>
          <p:cNvPr id="1021" name="그룹 1021"/>
          <p:cNvGrpSpPr/>
          <p:nvPr/>
        </p:nvGrpSpPr>
        <p:grpSpPr>
          <a:xfrm>
            <a:off x="10907366" y="5308142"/>
            <a:ext cx="1554472" cy="608009"/>
            <a:chOff x="10907366" y="5308142"/>
            <a:chExt cx="1554472" cy="608009"/>
          </a:xfrm>
        </p:grpSpPr>
        <p:pic>
          <p:nvPicPr>
            <p:cNvPr id="71" name="Object 70"/>
            <p:cNvPicPr>
              <a:picLocks noChangeAspect="1"/>
            </p:cNvPicPr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0907366" y="5308142"/>
              <a:ext cx="1554472" cy="608009"/>
            </a:xfrm>
            <a:prstGeom prst="rect">
              <a:avLst/>
            </a:prstGeom>
          </p:spPr>
        </p:pic>
      </p:grpSp>
      <p:grpSp>
        <p:nvGrpSpPr>
          <p:cNvPr id="1022" name="그룹 1022"/>
          <p:cNvGrpSpPr/>
          <p:nvPr/>
        </p:nvGrpSpPr>
        <p:grpSpPr>
          <a:xfrm>
            <a:off x="12317323" y="4498423"/>
            <a:ext cx="1759204" cy="1759204"/>
            <a:chOff x="12317323" y="4498423"/>
            <a:chExt cx="1759204" cy="1759204"/>
          </a:xfrm>
        </p:grpSpPr>
        <p:pic>
          <p:nvPicPr>
            <p:cNvPr id="74" name="Object 73"/>
            <p:cNvPicPr>
              <a:picLocks noChangeAspect="1"/>
            </p:cNvPicPr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2317323" y="4498423"/>
              <a:ext cx="1759204" cy="1759204"/>
            </a:xfrm>
            <a:prstGeom prst="rect">
              <a:avLst/>
            </a:prstGeom>
          </p:spPr>
        </p:pic>
      </p:grpSp>
      <p:grpSp>
        <p:nvGrpSpPr>
          <p:cNvPr id="1023" name="그룹 1023"/>
          <p:cNvGrpSpPr/>
          <p:nvPr/>
        </p:nvGrpSpPr>
        <p:grpSpPr>
          <a:xfrm>
            <a:off x="5055626" y="4702445"/>
            <a:ext cx="1338562" cy="1338562"/>
            <a:chOff x="5055626" y="4702445"/>
            <a:chExt cx="1338562" cy="1338562"/>
          </a:xfrm>
        </p:grpSpPr>
        <p:pic>
          <p:nvPicPr>
            <p:cNvPr id="77" name="Object 76"/>
            <p:cNvPicPr>
              <a:picLocks noChangeAspect="1"/>
            </p:cNvPicPr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055626" y="4702445"/>
              <a:ext cx="1338562" cy="1338562"/>
            </a:xfrm>
            <a:prstGeom prst="rect">
              <a:avLst/>
            </a:prstGeom>
          </p:spPr>
        </p:pic>
      </p:grpSp>
      <p:grpSp>
        <p:nvGrpSpPr>
          <p:cNvPr id="1024" name="그룹 1024"/>
          <p:cNvGrpSpPr/>
          <p:nvPr/>
        </p:nvGrpSpPr>
        <p:grpSpPr>
          <a:xfrm>
            <a:off x="10892339" y="7546464"/>
            <a:ext cx="1554472" cy="608009"/>
            <a:chOff x="10892339" y="7546464"/>
            <a:chExt cx="1554472" cy="608009"/>
          </a:xfrm>
        </p:grpSpPr>
        <p:pic>
          <p:nvPicPr>
            <p:cNvPr id="80" name="Object 79"/>
            <p:cNvPicPr>
              <a:picLocks noChangeAspect="1"/>
            </p:cNvPicPr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0892339" y="7546464"/>
              <a:ext cx="1554472" cy="608009"/>
            </a:xfrm>
            <a:prstGeom prst="rect">
              <a:avLst/>
            </a:prstGeom>
          </p:spPr>
        </p:pic>
      </p:grpSp>
      <p:grpSp>
        <p:nvGrpSpPr>
          <p:cNvPr id="1025" name="그룹 1025"/>
          <p:cNvGrpSpPr/>
          <p:nvPr/>
        </p:nvGrpSpPr>
        <p:grpSpPr>
          <a:xfrm>
            <a:off x="12354562" y="4547563"/>
            <a:ext cx="1655298" cy="1655298"/>
            <a:chOff x="12354562" y="4547563"/>
            <a:chExt cx="1655298" cy="1655298"/>
          </a:xfrm>
        </p:grpSpPr>
        <p:pic>
          <p:nvPicPr>
            <p:cNvPr id="83" name="Object 82"/>
            <p:cNvPicPr>
              <a:picLocks noChangeAspect="1"/>
            </p:cNvPicPr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2354562" y="4547563"/>
              <a:ext cx="1655298" cy="1655298"/>
            </a:xfrm>
            <a:prstGeom prst="rect">
              <a:avLst/>
            </a:prstGeom>
          </p:spPr>
        </p:pic>
      </p:grpSp>
      <p:pic>
        <p:nvPicPr>
          <p:cNvPr id="85" name="Object 84"/>
          <p:cNvPicPr>
            <a:picLocks noChangeAspect="1"/>
          </p:cNvPicPr>
          <p:nvPr/>
        </p:nvPicPr>
        <p:blipFill>
          <a:blip r:embed="rId33" cstate="print"/>
          <a:stretch>
            <a:fillRect/>
          </a:stretch>
        </p:blipFill>
        <p:spPr>
          <a:xfrm>
            <a:off x="1262198" y="3464952"/>
            <a:ext cx="5356133" cy="1222990"/>
          </a:xfrm>
          <a:prstGeom prst="rect">
            <a:avLst/>
          </a:prstGeom>
        </p:spPr>
      </p:pic>
      <p:pic>
        <p:nvPicPr>
          <p:cNvPr id="86" name="Object 85"/>
          <p:cNvPicPr>
            <a:picLocks noChangeAspect="1"/>
          </p:cNvPicPr>
          <p:nvPr/>
        </p:nvPicPr>
        <p:blipFill>
          <a:blip r:embed="rId34" cstate="print"/>
          <a:stretch>
            <a:fillRect/>
          </a:stretch>
        </p:blipFill>
        <p:spPr>
          <a:xfrm>
            <a:off x="11322447" y="3416331"/>
            <a:ext cx="5773476" cy="12872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691582" cy="10285714"/>
            <a:chOff x="0" y="0"/>
            <a:chExt cx="691582" cy="10285714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691582" cy="10285714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38095" y="3313196"/>
            <a:ext cx="630575" cy="630575"/>
            <a:chOff x="38095" y="3313196"/>
            <a:chExt cx="630575" cy="630575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095" y="3313196"/>
              <a:ext cx="630575" cy="630575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86332" y="4702445"/>
            <a:ext cx="518919" cy="518919"/>
            <a:chOff x="86332" y="4702445"/>
            <a:chExt cx="518919" cy="518919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332" y="4702445"/>
              <a:ext cx="518919" cy="518919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62718" y="5970989"/>
            <a:ext cx="628864" cy="628864"/>
            <a:chOff x="62718" y="5970989"/>
            <a:chExt cx="628864" cy="628864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718" y="5970989"/>
              <a:ext cx="628864" cy="628864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69190" y="7366755"/>
            <a:ext cx="622391" cy="622391"/>
            <a:chOff x="69190" y="7366755"/>
            <a:chExt cx="622391" cy="622391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9190" y="7366755"/>
              <a:ext cx="622391" cy="622391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74015" y="8751421"/>
            <a:ext cx="543552" cy="543552"/>
            <a:chOff x="74015" y="8751421"/>
            <a:chExt cx="543552" cy="543552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4015" y="8751421"/>
              <a:ext cx="543552" cy="543552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172048" y="7479136"/>
            <a:ext cx="553773" cy="553773"/>
            <a:chOff x="172048" y="7479136"/>
            <a:chExt cx="553773" cy="553773"/>
          </a:xfrm>
        </p:grpSpPr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2048" y="7479136"/>
              <a:ext cx="553773" cy="553773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18097263" y="0"/>
            <a:ext cx="188451" cy="1566667"/>
            <a:chOff x="18097263" y="0"/>
            <a:chExt cx="188451" cy="1566667"/>
          </a:xfrm>
        </p:grpSpPr>
        <p:pic>
          <p:nvPicPr>
            <p:cNvPr id="24" name="Object 23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8097263" y="0"/>
              <a:ext cx="188451" cy="1566667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174362" y="925620"/>
            <a:ext cx="368628" cy="363096"/>
            <a:chOff x="174362" y="925620"/>
            <a:chExt cx="368628" cy="363096"/>
          </a:xfrm>
        </p:grpSpPr>
        <p:pic>
          <p:nvPicPr>
            <p:cNvPr id="27" name="Object 26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4362" y="925620"/>
              <a:ext cx="368628" cy="363096"/>
            </a:xfrm>
            <a:prstGeom prst="rect">
              <a:avLst/>
            </a:prstGeom>
          </p:spPr>
        </p:pic>
      </p:grpSp>
      <p:grpSp>
        <p:nvGrpSpPr>
          <p:cNvPr id="1010" name="그룹 1010"/>
          <p:cNvGrpSpPr/>
          <p:nvPr/>
        </p:nvGrpSpPr>
        <p:grpSpPr>
          <a:xfrm>
            <a:off x="1238426" y="2088243"/>
            <a:ext cx="16347571" cy="7456530"/>
            <a:chOff x="1238426" y="2088243"/>
            <a:chExt cx="16347571" cy="7456530"/>
          </a:xfrm>
        </p:grpSpPr>
        <p:pic>
          <p:nvPicPr>
            <p:cNvPr id="30" name="Object 29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38426" y="2088243"/>
              <a:ext cx="16347571" cy="7456530"/>
            </a:xfrm>
            <a:prstGeom prst="rect">
              <a:avLst/>
            </a:prstGeom>
          </p:spPr>
        </p:pic>
      </p:grpSp>
      <p:pic>
        <p:nvPicPr>
          <p:cNvPr id="32" name="Object 31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2894530" y="-149996"/>
            <a:ext cx="11371374" cy="2452431"/>
          </a:xfrm>
          <a:prstGeom prst="rect">
            <a:avLst/>
          </a:prstGeom>
        </p:spPr>
      </p:pic>
      <p:pic>
        <p:nvPicPr>
          <p:cNvPr id="33" name="Object 32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594211" y="9725430"/>
            <a:ext cx="9211384" cy="651412"/>
          </a:xfrm>
          <a:prstGeom prst="rect">
            <a:avLst/>
          </a:prstGeom>
        </p:spPr>
      </p:pic>
      <p:pic>
        <p:nvPicPr>
          <p:cNvPr id="34" name="Object 33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17261840" y="9728287"/>
            <a:ext cx="711565" cy="660936"/>
          </a:xfrm>
          <a:prstGeom prst="rect">
            <a:avLst/>
          </a:prstGeom>
        </p:spPr>
      </p:pic>
      <p:grpSp>
        <p:nvGrpSpPr>
          <p:cNvPr id="1011" name="그룹 1011"/>
          <p:cNvGrpSpPr/>
          <p:nvPr/>
        </p:nvGrpSpPr>
        <p:grpSpPr>
          <a:xfrm>
            <a:off x="18097263" y="0"/>
            <a:ext cx="188451" cy="1566667"/>
            <a:chOff x="18097263" y="0"/>
            <a:chExt cx="188451" cy="1566667"/>
          </a:xfrm>
        </p:grpSpPr>
        <p:pic>
          <p:nvPicPr>
            <p:cNvPr id="36" name="Object 35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8097263" y="0"/>
              <a:ext cx="188451" cy="1566667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1559149" y="7533390"/>
            <a:ext cx="7038494" cy="1029738"/>
            <a:chOff x="1559149" y="7533390"/>
            <a:chExt cx="7038494" cy="1029738"/>
          </a:xfrm>
        </p:grpSpPr>
        <p:pic>
          <p:nvPicPr>
            <p:cNvPr id="39" name="Object 38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59149" y="7533390"/>
              <a:ext cx="7038494" cy="1029738"/>
            </a:xfrm>
            <a:prstGeom prst="rect">
              <a:avLst/>
            </a:prstGeom>
          </p:spPr>
        </p:pic>
      </p:grpSp>
      <p:pic>
        <p:nvPicPr>
          <p:cNvPr id="41" name="Object 40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-823316" y="7510314"/>
            <a:ext cx="9790735" cy="1230526"/>
          </a:xfrm>
          <a:prstGeom prst="rect">
            <a:avLst/>
          </a:prstGeom>
        </p:spPr>
      </p:pic>
      <p:grpSp>
        <p:nvGrpSpPr>
          <p:cNvPr id="1013" name="그룹 1013"/>
          <p:cNvGrpSpPr/>
          <p:nvPr/>
        </p:nvGrpSpPr>
        <p:grpSpPr>
          <a:xfrm>
            <a:off x="9732935" y="7474277"/>
            <a:ext cx="7038494" cy="1029738"/>
            <a:chOff x="9732935" y="7474277"/>
            <a:chExt cx="7038494" cy="1029738"/>
          </a:xfrm>
        </p:grpSpPr>
        <p:pic>
          <p:nvPicPr>
            <p:cNvPr id="43" name="Object 42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732935" y="7474277"/>
              <a:ext cx="7038494" cy="1029738"/>
            </a:xfrm>
            <a:prstGeom prst="rect">
              <a:avLst/>
            </a:prstGeom>
          </p:spPr>
        </p:pic>
      </p:grpSp>
      <p:pic>
        <p:nvPicPr>
          <p:cNvPr id="45" name="Object 44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7809184" y="7451201"/>
            <a:ext cx="9331621" cy="1230526"/>
          </a:xfrm>
          <a:prstGeom prst="rect">
            <a:avLst/>
          </a:prstGeom>
        </p:spPr>
      </p:pic>
      <p:grpSp>
        <p:nvGrpSpPr>
          <p:cNvPr id="1014" name="그룹 1014"/>
          <p:cNvGrpSpPr/>
          <p:nvPr/>
        </p:nvGrpSpPr>
        <p:grpSpPr>
          <a:xfrm>
            <a:off x="9732935" y="6201128"/>
            <a:ext cx="7038494" cy="1029738"/>
            <a:chOff x="9732935" y="6201128"/>
            <a:chExt cx="7038494" cy="1029738"/>
          </a:xfrm>
        </p:grpSpPr>
        <p:pic>
          <p:nvPicPr>
            <p:cNvPr id="47" name="Object 46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732935" y="6201128"/>
              <a:ext cx="7038494" cy="1029738"/>
            </a:xfrm>
            <a:prstGeom prst="rect">
              <a:avLst/>
            </a:prstGeom>
          </p:spPr>
        </p:pic>
      </p:grpSp>
      <p:pic>
        <p:nvPicPr>
          <p:cNvPr id="49" name="Object 48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8917756" y="6178052"/>
            <a:ext cx="8223050" cy="1230526"/>
          </a:xfrm>
          <a:prstGeom prst="rect">
            <a:avLst/>
          </a:prstGeom>
        </p:spPr>
      </p:pic>
      <p:grpSp>
        <p:nvGrpSpPr>
          <p:cNvPr id="1015" name="그룹 1015"/>
          <p:cNvGrpSpPr/>
          <p:nvPr/>
        </p:nvGrpSpPr>
        <p:grpSpPr>
          <a:xfrm>
            <a:off x="1559149" y="6157261"/>
            <a:ext cx="7038494" cy="1029738"/>
            <a:chOff x="1559149" y="6157261"/>
            <a:chExt cx="7038494" cy="1029738"/>
          </a:xfrm>
        </p:grpSpPr>
        <p:pic>
          <p:nvPicPr>
            <p:cNvPr id="51" name="Object 50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59149" y="6157261"/>
              <a:ext cx="7038494" cy="1029738"/>
            </a:xfrm>
            <a:prstGeom prst="rect">
              <a:avLst/>
            </a:prstGeom>
          </p:spPr>
        </p:pic>
      </p:grpSp>
      <p:grpSp>
        <p:nvGrpSpPr>
          <p:cNvPr id="1016" name="그룹 1016"/>
          <p:cNvGrpSpPr/>
          <p:nvPr/>
        </p:nvGrpSpPr>
        <p:grpSpPr>
          <a:xfrm>
            <a:off x="9732935" y="3392009"/>
            <a:ext cx="6819048" cy="1934579"/>
            <a:chOff x="9732935" y="3392009"/>
            <a:chExt cx="6819048" cy="1934579"/>
          </a:xfrm>
        </p:grpSpPr>
        <p:pic>
          <p:nvPicPr>
            <p:cNvPr id="54" name="Object 53"/>
            <p:cNvPicPr>
              <a:picLocks noChangeAspect="1"/>
            </p:cNvPicPr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9732935" y="3392009"/>
              <a:ext cx="6819048" cy="1934579"/>
            </a:xfrm>
            <a:prstGeom prst="rect">
              <a:avLst/>
            </a:prstGeom>
          </p:spPr>
        </p:pic>
      </p:grpSp>
      <p:grpSp>
        <p:nvGrpSpPr>
          <p:cNvPr id="1017" name="그룹 1017"/>
          <p:cNvGrpSpPr/>
          <p:nvPr/>
        </p:nvGrpSpPr>
        <p:grpSpPr>
          <a:xfrm>
            <a:off x="1645075" y="3265577"/>
            <a:ext cx="1956474" cy="1829661"/>
            <a:chOff x="1645075" y="3265577"/>
            <a:chExt cx="1956474" cy="1829661"/>
          </a:xfrm>
        </p:grpSpPr>
        <p:pic>
          <p:nvPicPr>
            <p:cNvPr id="57" name="Object 56"/>
            <p:cNvPicPr>
              <a:picLocks noChangeAspect="1"/>
            </p:cNvPicPr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645075" y="3265577"/>
              <a:ext cx="1956474" cy="1829661"/>
            </a:xfrm>
            <a:prstGeom prst="rect">
              <a:avLst/>
            </a:prstGeom>
          </p:spPr>
        </p:pic>
      </p:grpSp>
      <p:grpSp>
        <p:nvGrpSpPr>
          <p:cNvPr id="1018" name="그룹 1018"/>
          <p:cNvGrpSpPr/>
          <p:nvPr/>
        </p:nvGrpSpPr>
        <p:grpSpPr>
          <a:xfrm>
            <a:off x="136813" y="1896587"/>
            <a:ext cx="1109538" cy="962916"/>
            <a:chOff x="136813" y="1896587"/>
            <a:chExt cx="1109538" cy="962916"/>
          </a:xfrm>
        </p:grpSpPr>
        <p:grpSp>
          <p:nvGrpSpPr>
            <p:cNvPr id="1019" name="그룹 1019"/>
            <p:cNvGrpSpPr/>
            <p:nvPr/>
          </p:nvGrpSpPr>
          <p:grpSpPr>
            <a:xfrm>
              <a:off x="136813" y="1896587"/>
              <a:ext cx="1109538" cy="962916"/>
              <a:chOff x="136813" y="1896587"/>
              <a:chExt cx="1109538" cy="962916"/>
            </a:xfrm>
          </p:grpSpPr>
          <p:pic>
            <p:nvPicPr>
              <p:cNvPr id="61" name="Object 60"/>
              <p:cNvPicPr>
                <a:picLocks noChangeAspect="1"/>
              </p:cNvPicPr>
              <p:nvPr/>
            </p:nvPicPr>
            <p:blipFill>
              <a:blip r:embed="rId21" cstate="print"/>
              <a:stretch>
                <a:fillRect/>
              </a:stretch>
            </p:blipFill>
            <p:spPr>
              <a:xfrm>
                <a:off x="136813" y="1896587"/>
                <a:ext cx="1109538" cy="962916"/>
              </a:xfrm>
              <a:prstGeom prst="rect">
                <a:avLst/>
              </a:prstGeom>
            </p:spPr>
          </p:pic>
        </p:grpSp>
        <p:grpSp>
          <p:nvGrpSpPr>
            <p:cNvPr id="1020" name="그룹 1020"/>
            <p:cNvGrpSpPr/>
            <p:nvPr/>
          </p:nvGrpSpPr>
          <p:grpSpPr>
            <a:xfrm>
              <a:off x="230764" y="2088243"/>
              <a:ext cx="551788" cy="551788"/>
              <a:chOff x="230764" y="2088243"/>
              <a:chExt cx="551788" cy="551788"/>
            </a:xfrm>
          </p:grpSpPr>
          <p:pic>
            <p:nvPicPr>
              <p:cNvPr id="64" name="Object 63"/>
              <p:cNvPicPr>
                <a:picLocks noChangeAspect="1"/>
              </p:cNvPicPr>
              <p:nvPr/>
            </p:nvPicPr>
            <p:blipFill>
              <a:blip r:embed="rId22" cstate="print"/>
              <a:stretch>
                <a:fillRect/>
              </a:stretch>
            </p:blipFill>
            <p:spPr>
              <a:xfrm>
                <a:off x="230764" y="2088243"/>
                <a:ext cx="551788" cy="551788"/>
              </a:xfrm>
              <a:prstGeom prst="rect">
                <a:avLst/>
              </a:prstGeom>
            </p:spPr>
          </p:pic>
        </p:grpSp>
      </p:grpSp>
      <p:pic>
        <p:nvPicPr>
          <p:cNvPr id="67" name="Object 66"/>
          <p:cNvPicPr>
            <a:picLocks noChangeAspect="1"/>
          </p:cNvPicPr>
          <p:nvPr/>
        </p:nvPicPr>
        <p:blipFill>
          <a:blip r:embed="rId23" cstate="print"/>
          <a:stretch>
            <a:fillRect/>
          </a:stretch>
        </p:blipFill>
        <p:spPr>
          <a:xfrm>
            <a:off x="-1071792" y="6134185"/>
            <a:ext cx="10038802" cy="1230526"/>
          </a:xfrm>
          <a:prstGeom prst="rect">
            <a:avLst/>
          </a:prstGeom>
        </p:spPr>
      </p:pic>
      <p:pic>
        <p:nvPicPr>
          <p:cNvPr id="68" name="Object 67"/>
          <p:cNvPicPr>
            <a:picLocks noChangeAspect="1"/>
          </p:cNvPicPr>
          <p:nvPr/>
        </p:nvPicPr>
        <p:blipFill>
          <a:blip r:embed="rId24" cstate="print"/>
          <a:stretch>
            <a:fillRect/>
          </a:stretch>
        </p:blipFill>
        <p:spPr>
          <a:xfrm>
            <a:off x="2968342" y="3506064"/>
            <a:ext cx="5539377" cy="183502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691582" cy="10285714"/>
            <a:chOff x="0" y="0"/>
            <a:chExt cx="691582" cy="10285714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691582" cy="10285714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11223" y="2102150"/>
            <a:ext cx="551788" cy="551788"/>
            <a:chOff x="111223" y="2102150"/>
            <a:chExt cx="551788" cy="551788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223" y="2102150"/>
              <a:ext cx="551788" cy="551788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38095" y="3313196"/>
            <a:ext cx="630575" cy="630575"/>
            <a:chOff x="38095" y="3313196"/>
            <a:chExt cx="630575" cy="630575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095" y="3313196"/>
              <a:ext cx="630575" cy="630575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86332" y="4702445"/>
            <a:ext cx="518919" cy="518919"/>
            <a:chOff x="86332" y="4702445"/>
            <a:chExt cx="518919" cy="518919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332" y="4702445"/>
              <a:ext cx="518919" cy="518919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62718" y="5970989"/>
            <a:ext cx="628864" cy="628864"/>
            <a:chOff x="62718" y="5970989"/>
            <a:chExt cx="628864" cy="628864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718" y="5970989"/>
              <a:ext cx="628864" cy="628864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69190" y="7366755"/>
            <a:ext cx="622391" cy="622391"/>
            <a:chOff x="69190" y="7366755"/>
            <a:chExt cx="622391" cy="622391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9190" y="7366755"/>
              <a:ext cx="622391" cy="622391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74015" y="8751421"/>
            <a:ext cx="543552" cy="543552"/>
            <a:chOff x="74015" y="8751421"/>
            <a:chExt cx="543552" cy="543552"/>
          </a:xfrm>
        </p:grpSpPr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4015" y="8751421"/>
              <a:ext cx="543552" cy="543552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18097263" y="0"/>
            <a:ext cx="188451" cy="1566667"/>
            <a:chOff x="18097263" y="0"/>
            <a:chExt cx="188451" cy="1566667"/>
          </a:xfrm>
        </p:grpSpPr>
        <p:pic>
          <p:nvPicPr>
            <p:cNvPr id="24" name="Object 23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8097263" y="0"/>
              <a:ext cx="188451" cy="1566667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174362" y="925620"/>
            <a:ext cx="368628" cy="363096"/>
            <a:chOff x="174362" y="925620"/>
            <a:chExt cx="368628" cy="363096"/>
          </a:xfrm>
        </p:grpSpPr>
        <p:pic>
          <p:nvPicPr>
            <p:cNvPr id="27" name="Object 26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4362" y="925620"/>
              <a:ext cx="368628" cy="363096"/>
            </a:xfrm>
            <a:prstGeom prst="rect">
              <a:avLst/>
            </a:prstGeom>
          </p:spPr>
        </p:pic>
      </p:grpSp>
      <p:grpSp>
        <p:nvGrpSpPr>
          <p:cNvPr id="1010" name="그룹 1010"/>
          <p:cNvGrpSpPr/>
          <p:nvPr/>
        </p:nvGrpSpPr>
        <p:grpSpPr>
          <a:xfrm>
            <a:off x="1238426" y="2088243"/>
            <a:ext cx="16347571" cy="7456530"/>
            <a:chOff x="1238426" y="2088243"/>
            <a:chExt cx="16347571" cy="7456530"/>
          </a:xfrm>
        </p:grpSpPr>
        <p:pic>
          <p:nvPicPr>
            <p:cNvPr id="30" name="Object 29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38426" y="2088243"/>
              <a:ext cx="16347571" cy="7456530"/>
            </a:xfrm>
            <a:prstGeom prst="rect">
              <a:avLst/>
            </a:prstGeom>
          </p:spPr>
        </p:pic>
      </p:grpSp>
      <p:pic>
        <p:nvPicPr>
          <p:cNvPr id="32" name="Object 31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2894530" y="-149996"/>
            <a:ext cx="11371374" cy="2452431"/>
          </a:xfrm>
          <a:prstGeom prst="rect">
            <a:avLst/>
          </a:prstGeom>
        </p:spPr>
      </p:pic>
      <p:pic>
        <p:nvPicPr>
          <p:cNvPr id="33" name="Object 32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1984430" y="9720668"/>
            <a:ext cx="6444365" cy="660936"/>
          </a:xfrm>
          <a:prstGeom prst="rect">
            <a:avLst/>
          </a:prstGeom>
        </p:spPr>
      </p:pic>
      <p:pic>
        <p:nvPicPr>
          <p:cNvPr id="34" name="Object 33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17067335" y="9720668"/>
            <a:ext cx="1178965" cy="660936"/>
          </a:xfrm>
          <a:prstGeom prst="rect">
            <a:avLst/>
          </a:prstGeom>
        </p:spPr>
      </p:pic>
      <p:grpSp>
        <p:nvGrpSpPr>
          <p:cNvPr id="1011" name="그룹 1011"/>
          <p:cNvGrpSpPr/>
          <p:nvPr/>
        </p:nvGrpSpPr>
        <p:grpSpPr>
          <a:xfrm>
            <a:off x="18097263" y="0"/>
            <a:ext cx="188451" cy="1566667"/>
            <a:chOff x="18097263" y="0"/>
            <a:chExt cx="188451" cy="1566667"/>
          </a:xfrm>
        </p:grpSpPr>
        <p:pic>
          <p:nvPicPr>
            <p:cNvPr id="36" name="Object 35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8097263" y="0"/>
              <a:ext cx="188451" cy="1566667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3033972" y="2955097"/>
            <a:ext cx="13296647" cy="1937961"/>
            <a:chOff x="3033972" y="2955097"/>
            <a:chExt cx="13296647" cy="1937961"/>
          </a:xfrm>
        </p:grpSpPr>
        <p:pic>
          <p:nvPicPr>
            <p:cNvPr id="39" name="Object 38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033972" y="2955097"/>
              <a:ext cx="13296647" cy="1937961"/>
            </a:xfrm>
            <a:prstGeom prst="rect">
              <a:avLst/>
            </a:prstGeom>
          </p:spPr>
        </p:pic>
      </p:grpSp>
      <p:grpSp>
        <p:nvGrpSpPr>
          <p:cNvPr id="1013" name="그룹 1013"/>
          <p:cNvGrpSpPr/>
          <p:nvPr/>
        </p:nvGrpSpPr>
        <p:grpSpPr>
          <a:xfrm>
            <a:off x="3033972" y="6156825"/>
            <a:ext cx="13220917" cy="2098494"/>
            <a:chOff x="3033972" y="6156825"/>
            <a:chExt cx="13220917" cy="2098494"/>
          </a:xfrm>
        </p:grpSpPr>
        <p:pic>
          <p:nvPicPr>
            <p:cNvPr id="42" name="Object 41"/>
            <p:cNvPicPr>
              <a:picLocks noChangeAspect="1"/>
            </p:cNvPicPr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033972" y="6156825"/>
              <a:ext cx="13220917" cy="2098494"/>
            </a:xfrm>
            <a:prstGeom prst="rect">
              <a:avLst/>
            </a:prstGeom>
          </p:spPr>
        </p:pic>
      </p:grpSp>
      <p:grpSp>
        <p:nvGrpSpPr>
          <p:cNvPr id="1014" name="그룹 1014"/>
          <p:cNvGrpSpPr/>
          <p:nvPr/>
        </p:nvGrpSpPr>
        <p:grpSpPr>
          <a:xfrm>
            <a:off x="7052654" y="3429962"/>
            <a:ext cx="5738448" cy="1531943"/>
            <a:chOff x="7052654" y="3429962"/>
            <a:chExt cx="5738448" cy="1531943"/>
          </a:xfrm>
        </p:grpSpPr>
        <p:pic>
          <p:nvPicPr>
            <p:cNvPr id="45" name="Object 44"/>
            <p:cNvPicPr>
              <a:picLocks noChangeAspect="1"/>
            </p:cNvPicPr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052654" y="3429962"/>
              <a:ext cx="5738448" cy="1531943"/>
            </a:xfrm>
            <a:prstGeom prst="rect">
              <a:avLst/>
            </a:prstGeom>
          </p:spPr>
        </p:pic>
      </p:grpSp>
      <p:grpSp>
        <p:nvGrpSpPr>
          <p:cNvPr id="1015" name="그룹 1015"/>
          <p:cNvGrpSpPr/>
          <p:nvPr/>
        </p:nvGrpSpPr>
        <p:grpSpPr>
          <a:xfrm>
            <a:off x="7052654" y="6783455"/>
            <a:ext cx="5985442" cy="1520035"/>
            <a:chOff x="7052654" y="6783455"/>
            <a:chExt cx="5985442" cy="1520035"/>
          </a:xfrm>
        </p:grpSpPr>
        <p:pic>
          <p:nvPicPr>
            <p:cNvPr id="48" name="Object 47"/>
            <p:cNvPicPr>
              <a:picLocks noChangeAspect="1"/>
            </p:cNvPicPr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052654" y="6783455"/>
              <a:ext cx="5985442" cy="1520035"/>
            </a:xfrm>
            <a:prstGeom prst="rect">
              <a:avLst/>
            </a:prstGeom>
          </p:spPr>
        </p:pic>
      </p:grpSp>
      <p:grpSp>
        <p:nvGrpSpPr>
          <p:cNvPr id="1016" name="그룹 1016"/>
          <p:cNvGrpSpPr/>
          <p:nvPr/>
        </p:nvGrpSpPr>
        <p:grpSpPr>
          <a:xfrm>
            <a:off x="136813" y="1896587"/>
            <a:ext cx="1109538" cy="962916"/>
            <a:chOff x="136813" y="1896587"/>
            <a:chExt cx="1109538" cy="962916"/>
          </a:xfrm>
        </p:grpSpPr>
        <p:grpSp>
          <p:nvGrpSpPr>
            <p:cNvPr id="1017" name="그룹 1017"/>
            <p:cNvGrpSpPr/>
            <p:nvPr/>
          </p:nvGrpSpPr>
          <p:grpSpPr>
            <a:xfrm>
              <a:off x="136813" y="1896587"/>
              <a:ext cx="1109538" cy="962916"/>
              <a:chOff x="136813" y="1896587"/>
              <a:chExt cx="1109538" cy="962916"/>
            </a:xfrm>
          </p:grpSpPr>
          <p:pic>
            <p:nvPicPr>
              <p:cNvPr id="52" name="Object 51"/>
              <p:cNvPicPr>
                <a:picLocks noChangeAspect="1"/>
              </p:cNvPicPr>
              <p:nvPr/>
            </p:nvPicPr>
            <p:blipFill>
              <a:blip r:embed="rId19" cstate="print"/>
              <a:stretch>
                <a:fillRect/>
              </a:stretch>
            </p:blipFill>
            <p:spPr>
              <a:xfrm>
                <a:off x="136813" y="1896587"/>
                <a:ext cx="1109538" cy="962916"/>
              </a:xfrm>
              <a:prstGeom prst="rect">
                <a:avLst/>
              </a:prstGeom>
            </p:spPr>
          </p:pic>
        </p:grpSp>
        <p:grpSp>
          <p:nvGrpSpPr>
            <p:cNvPr id="1018" name="그룹 1018"/>
            <p:cNvGrpSpPr/>
            <p:nvPr/>
          </p:nvGrpSpPr>
          <p:grpSpPr>
            <a:xfrm>
              <a:off x="230764" y="2088243"/>
              <a:ext cx="551788" cy="551788"/>
              <a:chOff x="230764" y="2088243"/>
              <a:chExt cx="551788" cy="551788"/>
            </a:xfrm>
          </p:grpSpPr>
          <p:pic>
            <p:nvPicPr>
              <p:cNvPr id="55" name="Object 54"/>
              <p:cNvPicPr>
                <a:picLocks noChangeAspect="1"/>
              </p:cNvPicPr>
              <p:nvPr/>
            </p:nvPicPr>
            <p:blipFill>
              <a:blip r:embed="rId20" cstate="print"/>
              <a:stretch>
                <a:fillRect/>
              </a:stretch>
            </p:blipFill>
            <p:spPr>
              <a:xfrm>
                <a:off x="230764" y="2088243"/>
                <a:ext cx="551788" cy="551788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212595" y="-224085"/>
            <a:ext cx="9888346" cy="2422765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0" y="0"/>
            <a:ext cx="691582" cy="10285714"/>
            <a:chOff x="0" y="0"/>
            <a:chExt cx="691582" cy="10285714"/>
          </a:xfrm>
        </p:grpSpPr>
        <p:pic>
          <p:nvPicPr>
            <p:cNvPr id="4" name="Object 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691582" cy="10285714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11223" y="2102150"/>
            <a:ext cx="551788" cy="551788"/>
            <a:chOff x="111223" y="2102150"/>
            <a:chExt cx="551788" cy="551788"/>
          </a:xfrm>
        </p:grpSpPr>
        <p:pic>
          <p:nvPicPr>
            <p:cNvPr id="7" name="Object 6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223" y="2102150"/>
              <a:ext cx="551788" cy="551788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38095" y="3313196"/>
            <a:ext cx="630575" cy="630575"/>
            <a:chOff x="38095" y="3313196"/>
            <a:chExt cx="630575" cy="630575"/>
          </a:xfrm>
        </p:grpSpPr>
        <p:pic>
          <p:nvPicPr>
            <p:cNvPr id="10" name="Object 9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095" y="3313196"/>
              <a:ext cx="630575" cy="630575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86332" y="4702445"/>
            <a:ext cx="518919" cy="518919"/>
            <a:chOff x="86332" y="4702445"/>
            <a:chExt cx="518919" cy="518919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6332" y="4702445"/>
              <a:ext cx="518919" cy="518919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62718" y="5970989"/>
            <a:ext cx="628864" cy="628864"/>
            <a:chOff x="62718" y="5970989"/>
            <a:chExt cx="628864" cy="628864"/>
          </a:xfrm>
        </p:grpSpPr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718" y="5970989"/>
              <a:ext cx="628864" cy="628864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69190" y="7366755"/>
            <a:ext cx="622391" cy="622391"/>
            <a:chOff x="69190" y="7366755"/>
            <a:chExt cx="622391" cy="622391"/>
          </a:xfrm>
        </p:grpSpPr>
        <p:pic>
          <p:nvPicPr>
            <p:cNvPr id="19" name="Object 18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9190" y="7366755"/>
              <a:ext cx="622391" cy="622391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74015" y="8751421"/>
            <a:ext cx="543552" cy="543552"/>
            <a:chOff x="74015" y="8751421"/>
            <a:chExt cx="543552" cy="543552"/>
          </a:xfrm>
        </p:grpSpPr>
        <p:pic>
          <p:nvPicPr>
            <p:cNvPr id="22" name="Object 21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4015" y="8751421"/>
              <a:ext cx="543552" cy="543552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152832" y="7260675"/>
            <a:ext cx="1109538" cy="962916"/>
            <a:chOff x="152832" y="7260675"/>
            <a:chExt cx="1109538" cy="962916"/>
          </a:xfrm>
        </p:grpSpPr>
        <p:pic>
          <p:nvPicPr>
            <p:cNvPr id="25" name="Object 24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2832" y="7260675"/>
              <a:ext cx="1109538" cy="962916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172048" y="7479136"/>
            <a:ext cx="553773" cy="553773"/>
            <a:chOff x="172048" y="7479136"/>
            <a:chExt cx="553773" cy="553773"/>
          </a:xfrm>
        </p:grpSpPr>
        <p:pic>
          <p:nvPicPr>
            <p:cNvPr id="28" name="Object 27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72048" y="7479136"/>
              <a:ext cx="553773" cy="553773"/>
            </a:xfrm>
            <a:prstGeom prst="rect">
              <a:avLst/>
            </a:prstGeom>
          </p:spPr>
        </p:pic>
      </p:grpSp>
      <p:pic>
        <p:nvPicPr>
          <p:cNvPr id="30" name="Object 29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11984430" y="9720668"/>
            <a:ext cx="6444365" cy="660936"/>
          </a:xfrm>
          <a:prstGeom prst="rect">
            <a:avLst/>
          </a:prstGeom>
        </p:spPr>
      </p:pic>
      <p:pic>
        <p:nvPicPr>
          <p:cNvPr id="31" name="Object 30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6941554" y="9728287"/>
            <a:ext cx="1196517" cy="660936"/>
          </a:xfrm>
          <a:prstGeom prst="rect">
            <a:avLst/>
          </a:prstGeom>
        </p:spPr>
      </p:pic>
      <p:grpSp>
        <p:nvGrpSpPr>
          <p:cNvPr id="1010" name="그룹 1010"/>
          <p:cNvGrpSpPr/>
          <p:nvPr/>
        </p:nvGrpSpPr>
        <p:grpSpPr>
          <a:xfrm>
            <a:off x="18097263" y="0"/>
            <a:ext cx="188451" cy="1566667"/>
            <a:chOff x="18097263" y="0"/>
            <a:chExt cx="188451" cy="1566667"/>
          </a:xfrm>
        </p:grpSpPr>
        <p:pic>
          <p:nvPicPr>
            <p:cNvPr id="33" name="Object 32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8097263" y="0"/>
              <a:ext cx="188451" cy="1566667"/>
            </a:xfrm>
            <a:prstGeom prst="rect">
              <a:avLst/>
            </a:prstGeom>
          </p:spPr>
        </p:pic>
      </p:grpSp>
      <p:grpSp>
        <p:nvGrpSpPr>
          <p:cNvPr id="1011" name="그룹 1011"/>
          <p:cNvGrpSpPr/>
          <p:nvPr/>
        </p:nvGrpSpPr>
        <p:grpSpPr>
          <a:xfrm>
            <a:off x="174362" y="925620"/>
            <a:ext cx="368628" cy="363096"/>
            <a:chOff x="174362" y="925620"/>
            <a:chExt cx="368628" cy="363096"/>
          </a:xfrm>
        </p:grpSpPr>
        <p:pic>
          <p:nvPicPr>
            <p:cNvPr id="36" name="Object 35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74362" y="925620"/>
              <a:ext cx="368628" cy="363096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3244624" y="1566667"/>
            <a:ext cx="11796467" cy="8071096"/>
            <a:chOff x="3244624" y="1566667"/>
            <a:chExt cx="11796467" cy="8071096"/>
          </a:xfrm>
        </p:grpSpPr>
        <p:pic>
          <p:nvPicPr>
            <p:cNvPr id="39" name="Object 38"/>
            <p:cNvPicPr>
              <a:picLocks noChangeAspect="1"/>
            </p:cNvPicPr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244624" y="1566667"/>
              <a:ext cx="11796467" cy="8071096"/>
            </a:xfrm>
            <a:prstGeom prst="rect">
              <a:avLst/>
            </a:prstGeom>
          </p:spPr>
        </p:pic>
      </p:grpSp>
      <p:grpSp>
        <p:nvGrpSpPr>
          <p:cNvPr id="1013" name="그룹 1013"/>
          <p:cNvGrpSpPr/>
          <p:nvPr/>
        </p:nvGrpSpPr>
        <p:grpSpPr>
          <a:xfrm>
            <a:off x="3561806" y="1887107"/>
            <a:ext cx="11162102" cy="7439377"/>
            <a:chOff x="3561806" y="1887107"/>
            <a:chExt cx="11162102" cy="7439377"/>
          </a:xfrm>
        </p:grpSpPr>
        <p:pic>
          <p:nvPicPr>
            <p:cNvPr id="42" name="Object 41"/>
            <p:cNvPicPr>
              <a:picLocks noChangeAspect="1"/>
            </p:cNvPicPr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561806" y="1887107"/>
              <a:ext cx="11162102" cy="743937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463949" y="-382194"/>
            <a:ext cx="9888346" cy="2422765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0" y="0"/>
            <a:ext cx="691582" cy="10285714"/>
            <a:chOff x="0" y="0"/>
            <a:chExt cx="691582" cy="10285714"/>
          </a:xfrm>
        </p:grpSpPr>
        <p:pic>
          <p:nvPicPr>
            <p:cNvPr id="4" name="Object 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691582" cy="10285714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11223" y="2102150"/>
            <a:ext cx="551788" cy="551788"/>
            <a:chOff x="111223" y="2102150"/>
            <a:chExt cx="551788" cy="551788"/>
          </a:xfrm>
        </p:grpSpPr>
        <p:pic>
          <p:nvPicPr>
            <p:cNvPr id="7" name="Object 6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223" y="2102150"/>
              <a:ext cx="551788" cy="551788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38095" y="3313196"/>
            <a:ext cx="630575" cy="630575"/>
            <a:chOff x="38095" y="3313196"/>
            <a:chExt cx="630575" cy="630575"/>
          </a:xfrm>
        </p:grpSpPr>
        <p:pic>
          <p:nvPicPr>
            <p:cNvPr id="10" name="Object 9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095" y="3313196"/>
              <a:ext cx="630575" cy="630575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86332" y="4702445"/>
            <a:ext cx="518919" cy="518919"/>
            <a:chOff x="86332" y="4702445"/>
            <a:chExt cx="518919" cy="518919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6332" y="4702445"/>
              <a:ext cx="518919" cy="518919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62718" y="5970989"/>
            <a:ext cx="628864" cy="628864"/>
            <a:chOff x="62718" y="5970989"/>
            <a:chExt cx="628864" cy="628864"/>
          </a:xfrm>
        </p:grpSpPr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718" y="5970989"/>
              <a:ext cx="628864" cy="628864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69190" y="7366755"/>
            <a:ext cx="622391" cy="622391"/>
            <a:chOff x="69190" y="7366755"/>
            <a:chExt cx="622391" cy="622391"/>
          </a:xfrm>
        </p:grpSpPr>
        <p:pic>
          <p:nvPicPr>
            <p:cNvPr id="19" name="Object 18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9190" y="7366755"/>
              <a:ext cx="622391" cy="622391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74015" y="8751421"/>
            <a:ext cx="543552" cy="543552"/>
            <a:chOff x="74015" y="8751421"/>
            <a:chExt cx="543552" cy="543552"/>
          </a:xfrm>
        </p:grpSpPr>
        <p:pic>
          <p:nvPicPr>
            <p:cNvPr id="22" name="Object 21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4015" y="8751421"/>
              <a:ext cx="543552" cy="543552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152832" y="7260675"/>
            <a:ext cx="1109538" cy="962916"/>
            <a:chOff x="152832" y="7260675"/>
            <a:chExt cx="1109538" cy="962916"/>
          </a:xfrm>
        </p:grpSpPr>
        <p:pic>
          <p:nvPicPr>
            <p:cNvPr id="25" name="Object 24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2832" y="7260675"/>
              <a:ext cx="1109538" cy="962916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172048" y="7479136"/>
            <a:ext cx="553773" cy="553773"/>
            <a:chOff x="172048" y="7479136"/>
            <a:chExt cx="553773" cy="553773"/>
          </a:xfrm>
        </p:grpSpPr>
        <p:pic>
          <p:nvPicPr>
            <p:cNvPr id="28" name="Object 27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72048" y="7479136"/>
              <a:ext cx="553773" cy="553773"/>
            </a:xfrm>
            <a:prstGeom prst="rect">
              <a:avLst/>
            </a:prstGeom>
          </p:spPr>
        </p:pic>
      </p:grpSp>
      <p:pic>
        <p:nvPicPr>
          <p:cNvPr id="30" name="Object 29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11984430" y="9720668"/>
            <a:ext cx="6444365" cy="660936"/>
          </a:xfrm>
          <a:prstGeom prst="rect">
            <a:avLst/>
          </a:prstGeom>
        </p:spPr>
      </p:pic>
      <p:pic>
        <p:nvPicPr>
          <p:cNvPr id="31" name="Object 30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6957697" y="9733049"/>
            <a:ext cx="1167126" cy="651412"/>
          </a:xfrm>
          <a:prstGeom prst="rect">
            <a:avLst/>
          </a:prstGeom>
        </p:spPr>
      </p:pic>
      <p:grpSp>
        <p:nvGrpSpPr>
          <p:cNvPr id="1010" name="그룹 1010"/>
          <p:cNvGrpSpPr/>
          <p:nvPr/>
        </p:nvGrpSpPr>
        <p:grpSpPr>
          <a:xfrm>
            <a:off x="18097263" y="0"/>
            <a:ext cx="188451" cy="1566667"/>
            <a:chOff x="18097263" y="0"/>
            <a:chExt cx="188451" cy="1566667"/>
          </a:xfrm>
        </p:grpSpPr>
        <p:pic>
          <p:nvPicPr>
            <p:cNvPr id="33" name="Object 32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8097263" y="0"/>
              <a:ext cx="188451" cy="1566667"/>
            </a:xfrm>
            <a:prstGeom prst="rect">
              <a:avLst/>
            </a:prstGeom>
          </p:spPr>
        </p:pic>
      </p:grpSp>
      <p:grpSp>
        <p:nvGrpSpPr>
          <p:cNvPr id="1011" name="그룹 1011"/>
          <p:cNvGrpSpPr/>
          <p:nvPr/>
        </p:nvGrpSpPr>
        <p:grpSpPr>
          <a:xfrm>
            <a:off x="174362" y="925620"/>
            <a:ext cx="368628" cy="363096"/>
            <a:chOff x="174362" y="925620"/>
            <a:chExt cx="368628" cy="363096"/>
          </a:xfrm>
        </p:grpSpPr>
        <p:pic>
          <p:nvPicPr>
            <p:cNvPr id="36" name="Object 35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74362" y="925620"/>
              <a:ext cx="368628" cy="363096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2682763" y="1250168"/>
            <a:ext cx="13311871" cy="8497096"/>
            <a:chOff x="2682763" y="1250168"/>
            <a:chExt cx="13311871" cy="8497096"/>
          </a:xfrm>
        </p:grpSpPr>
        <p:pic>
          <p:nvPicPr>
            <p:cNvPr id="39" name="Object 38"/>
            <p:cNvPicPr>
              <a:picLocks noChangeAspect="1"/>
            </p:cNvPicPr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682763" y="1250168"/>
              <a:ext cx="13311871" cy="8497096"/>
            </a:xfrm>
            <a:prstGeom prst="rect">
              <a:avLst/>
            </a:prstGeom>
          </p:spPr>
        </p:pic>
      </p:grpSp>
      <p:grpSp>
        <p:nvGrpSpPr>
          <p:cNvPr id="1013" name="그룹 1013"/>
          <p:cNvGrpSpPr/>
          <p:nvPr/>
        </p:nvGrpSpPr>
        <p:grpSpPr>
          <a:xfrm>
            <a:off x="2971284" y="1566667"/>
            <a:ext cx="12722841" cy="7863113"/>
            <a:chOff x="2971284" y="1566667"/>
            <a:chExt cx="12722841" cy="7863113"/>
          </a:xfrm>
        </p:grpSpPr>
        <p:pic>
          <p:nvPicPr>
            <p:cNvPr id="42" name="Object 41"/>
            <p:cNvPicPr>
              <a:picLocks noChangeAspect="1"/>
            </p:cNvPicPr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971284" y="1566667"/>
              <a:ext cx="12722841" cy="786311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053749" y="-46035"/>
            <a:ext cx="10381547" cy="2398166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0" y="0"/>
            <a:ext cx="691582" cy="10285714"/>
            <a:chOff x="0" y="0"/>
            <a:chExt cx="691582" cy="10285714"/>
          </a:xfrm>
        </p:grpSpPr>
        <p:pic>
          <p:nvPicPr>
            <p:cNvPr id="4" name="Object 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691582" cy="10285714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11223" y="2102150"/>
            <a:ext cx="551788" cy="551788"/>
            <a:chOff x="111223" y="2102150"/>
            <a:chExt cx="551788" cy="551788"/>
          </a:xfrm>
        </p:grpSpPr>
        <p:pic>
          <p:nvPicPr>
            <p:cNvPr id="7" name="Object 6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223" y="2102150"/>
              <a:ext cx="551788" cy="551788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38095" y="3313196"/>
            <a:ext cx="630575" cy="630575"/>
            <a:chOff x="38095" y="3313196"/>
            <a:chExt cx="630575" cy="630575"/>
          </a:xfrm>
        </p:grpSpPr>
        <p:pic>
          <p:nvPicPr>
            <p:cNvPr id="10" name="Object 9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095" y="3313196"/>
              <a:ext cx="630575" cy="630575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86332" y="4702445"/>
            <a:ext cx="518919" cy="518919"/>
            <a:chOff x="86332" y="4702445"/>
            <a:chExt cx="518919" cy="518919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6332" y="4702445"/>
              <a:ext cx="518919" cy="518919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62718" y="5970989"/>
            <a:ext cx="628864" cy="628864"/>
            <a:chOff x="62718" y="5970989"/>
            <a:chExt cx="628864" cy="628864"/>
          </a:xfrm>
        </p:grpSpPr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718" y="5970989"/>
              <a:ext cx="628864" cy="628864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69190" y="7366755"/>
            <a:ext cx="622391" cy="622391"/>
            <a:chOff x="69190" y="7366755"/>
            <a:chExt cx="622391" cy="622391"/>
          </a:xfrm>
        </p:grpSpPr>
        <p:pic>
          <p:nvPicPr>
            <p:cNvPr id="19" name="Object 18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9190" y="7366755"/>
              <a:ext cx="622391" cy="622391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74015" y="8751421"/>
            <a:ext cx="543552" cy="543552"/>
            <a:chOff x="74015" y="8751421"/>
            <a:chExt cx="543552" cy="543552"/>
          </a:xfrm>
        </p:grpSpPr>
        <p:pic>
          <p:nvPicPr>
            <p:cNvPr id="22" name="Object 21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4015" y="8751421"/>
              <a:ext cx="543552" cy="543552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152832" y="3260675"/>
            <a:ext cx="1109538" cy="962916"/>
            <a:chOff x="152832" y="3260675"/>
            <a:chExt cx="1109538" cy="962916"/>
          </a:xfrm>
        </p:grpSpPr>
        <p:pic>
          <p:nvPicPr>
            <p:cNvPr id="25" name="Object 24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2832" y="3260675"/>
              <a:ext cx="1109538" cy="962916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160000" y="3465219"/>
            <a:ext cx="581409" cy="581409"/>
            <a:chOff x="160000" y="3465219"/>
            <a:chExt cx="581409" cy="581409"/>
          </a:xfrm>
        </p:grpSpPr>
        <p:pic>
          <p:nvPicPr>
            <p:cNvPr id="28" name="Object 27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60000" y="3465219"/>
              <a:ext cx="581409" cy="581409"/>
            </a:xfrm>
            <a:prstGeom prst="rect">
              <a:avLst/>
            </a:prstGeom>
          </p:spPr>
        </p:pic>
      </p:grpSp>
      <p:pic>
        <p:nvPicPr>
          <p:cNvPr id="30" name="Object 29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10594211" y="9725430"/>
            <a:ext cx="9211384" cy="651412"/>
          </a:xfrm>
          <a:prstGeom prst="rect">
            <a:avLst/>
          </a:prstGeom>
        </p:spPr>
      </p:pic>
      <p:pic>
        <p:nvPicPr>
          <p:cNvPr id="31" name="Object 30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6957249" y="9733049"/>
            <a:ext cx="1168479" cy="651412"/>
          </a:xfrm>
          <a:prstGeom prst="rect">
            <a:avLst/>
          </a:prstGeom>
        </p:spPr>
      </p:pic>
      <p:grpSp>
        <p:nvGrpSpPr>
          <p:cNvPr id="1010" name="그룹 1010"/>
          <p:cNvGrpSpPr/>
          <p:nvPr/>
        </p:nvGrpSpPr>
        <p:grpSpPr>
          <a:xfrm>
            <a:off x="1938143" y="1684935"/>
            <a:ext cx="15290429" cy="7725108"/>
            <a:chOff x="1938143" y="1684935"/>
            <a:chExt cx="15290429" cy="7725108"/>
          </a:xfrm>
        </p:grpSpPr>
        <p:pic>
          <p:nvPicPr>
            <p:cNvPr id="33" name="Object 32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938143" y="1684935"/>
              <a:ext cx="15290429" cy="7725108"/>
            </a:xfrm>
            <a:prstGeom prst="rect">
              <a:avLst/>
            </a:prstGeom>
          </p:spPr>
        </p:pic>
      </p:grpSp>
      <p:grpSp>
        <p:nvGrpSpPr>
          <p:cNvPr id="1011" name="그룹 1011"/>
          <p:cNvGrpSpPr/>
          <p:nvPr/>
        </p:nvGrpSpPr>
        <p:grpSpPr>
          <a:xfrm>
            <a:off x="18097263" y="0"/>
            <a:ext cx="188451" cy="1566667"/>
            <a:chOff x="18097263" y="0"/>
            <a:chExt cx="188451" cy="1566667"/>
          </a:xfrm>
        </p:grpSpPr>
        <p:pic>
          <p:nvPicPr>
            <p:cNvPr id="36" name="Object 35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8097263" y="0"/>
              <a:ext cx="188451" cy="1566667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7421645" y="3999822"/>
            <a:ext cx="221850" cy="838871"/>
            <a:chOff x="7421645" y="3999822"/>
            <a:chExt cx="221850" cy="838871"/>
          </a:xfrm>
        </p:grpSpPr>
        <p:pic>
          <p:nvPicPr>
            <p:cNvPr id="39" name="Object 38"/>
            <p:cNvPicPr>
              <a:picLocks noChangeAspect="1"/>
            </p:cNvPicPr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421645" y="3999822"/>
              <a:ext cx="221850" cy="838871"/>
            </a:xfrm>
            <a:prstGeom prst="rect">
              <a:avLst/>
            </a:prstGeom>
          </p:spPr>
        </p:pic>
      </p:grpSp>
      <p:grpSp>
        <p:nvGrpSpPr>
          <p:cNvPr id="1013" name="그룹 1013"/>
          <p:cNvGrpSpPr/>
          <p:nvPr/>
        </p:nvGrpSpPr>
        <p:grpSpPr>
          <a:xfrm>
            <a:off x="4277545" y="3217199"/>
            <a:ext cx="580039" cy="237767"/>
            <a:chOff x="4277545" y="3217199"/>
            <a:chExt cx="580039" cy="237767"/>
          </a:xfrm>
        </p:grpSpPr>
        <p:pic>
          <p:nvPicPr>
            <p:cNvPr id="42" name="Object 41"/>
            <p:cNvPicPr>
              <a:picLocks noChangeAspect="1"/>
            </p:cNvPicPr>
            <p:nvPr/>
          </p:nvPicPr>
          <p:blipFill>
            <a:blip r:embed="rId17" cstate="print"/>
            <a:stretch>
              <a:fillRect/>
            </a:stretch>
          </p:blipFill>
          <p:spPr>
            <a:xfrm rot="5400000">
              <a:off x="4277545" y="3217199"/>
              <a:ext cx="580039" cy="237767"/>
            </a:xfrm>
            <a:prstGeom prst="rect">
              <a:avLst/>
            </a:prstGeom>
          </p:spPr>
        </p:pic>
      </p:grpSp>
      <p:grpSp>
        <p:nvGrpSpPr>
          <p:cNvPr id="1014" name="그룹 1014"/>
          <p:cNvGrpSpPr/>
          <p:nvPr/>
        </p:nvGrpSpPr>
        <p:grpSpPr>
          <a:xfrm>
            <a:off x="6627791" y="2653938"/>
            <a:ext cx="1015704" cy="108213"/>
            <a:chOff x="6627791" y="2653938"/>
            <a:chExt cx="1015704" cy="108213"/>
          </a:xfrm>
        </p:grpSpPr>
        <p:pic>
          <p:nvPicPr>
            <p:cNvPr id="45" name="Object 44"/>
            <p:cNvPicPr>
              <a:picLocks noChangeAspect="1"/>
            </p:cNvPicPr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627791" y="2653938"/>
              <a:ext cx="1015704" cy="108213"/>
            </a:xfrm>
            <a:prstGeom prst="rect">
              <a:avLst/>
            </a:prstGeom>
          </p:spPr>
        </p:pic>
      </p:grpSp>
      <p:grpSp>
        <p:nvGrpSpPr>
          <p:cNvPr id="1015" name="그룹 1015"/>
          <p:cNvGrpSpPr/>
          <p:nvPr/>
        </p:nvGrpSpPr>
        <p:grpSpPr>
          <a:xfrm>
            <a:off x="2327130" y="2110072"/>
            <a:ext cx="4128815" cy="979966"/>
            <a:chOff x="2327130" y="2110072"/>
            <a:chExt cx="4128815" cy="979966"/>
          </a:xfrm>
        </p:grpSpPr>
        <p:grpSp>
          <p:nvGrpSpPr>
            <p:cNvPr id="1016" name="그룹 1016"/>
            <p:cNvGrpSpPr/>
            <p:nvPr/>
          </p:nvGrpSpPr>
          <p:grpSpPr>
            <a:xfrm>
              <a:off x="2327130" y="2110072"/>
              <a:ext cx="4128815" cy="979966"/>
              <a:chOff x="2327130" y="2110072"/>
              <a:chExt cx="4128815" cy="979966"/>
            </a:xfrm>
          </p:grpSpPr>
          <p:pic>
            <p:nvPicPr>
              <p:cNvPr id="49" name="Object 48"/>
              <p:cNvPicPr>
                <a:picLocks noChangeAspect="1"/>
              </p:cNvPicPr>
              <p:nvPr/>
            </p:nvPicPr>
            <p:blipFill>
              <a:blip r:embed="rId19" cstate="print"/>
              <a:stretch>
                <a:fillRect/>
              </a:stretch>
            </p:blipFill>
            <p:spPr>
              <a:xfrm>
                <a:off x="2327130" y="2110072"/>
                <a:ext cx="4128815" cy="979966"/>
              </a:xfrm>
              <a:prstGeom prst="rect">
                <a:avLst/>
              </a:prstGeom>
            </p:spPr>
          </p:pic>
        </p:grpSp>
        <p:pic>
          <p:nvPicPr>
            <p:cNvPr id="51" name="Object 50"/>
            <p:cNvPicPr>
              <a:picLocks noChangeAspect="1"/>
            </p:cNvPicPr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098170" y="2307942"/>
              <a:ext cx="1206010" cy="723772"/>
            </a:xfrm>
            <a:prstGeom prst="rect">
              <a:avLst/>
            </a:prstGeom>
          </p:spPr>
        </p:pic>
        <p:pic>
          <p:nvPicPr>
            <p:cNvPr id="52" name="Object 51"/>
            <p:cNvPicPr>
              <a:picLocks noChangeAspect="1"/>
            </p:cNvPicPr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162362" y="2029936"/>
              <a:ext cx="2909552" cy="1218895"/>
            </a:xfrm>
            <a:prstGeom prst="rect">
              <a:avLst/>
            </a:prstGeom>
          </p:spPr>
        </p:pic>
      </p:grpSp>
      <p:pic>
        <p:nvPicPr>
          <p:cNvPr id="54" name="Object 53"/>
          <p:cNvPicPr>
            <a:picLocks noChangeAspect="1"/>
          </p:cNvPicPr>
          <p:nvPr/>
        </p:nvPicPr>
        <p:blipFill>
          <a:blip r:embed="rId22" cstate="print"/>
          <a:stretch>
            <a:fillRect/>
          </a:stretch>
        </p:blipFill>
        <p:spPr>
          <a:xfrm>
            <a:off x="7663029" y="2331109"/>
            <a:ext cx="7299320" cy="773099"/>
          </a:xfrm>
          <a:prstGeom prst="rect">
            <a:avLst/>
          </a:prstGeom>
        </p:spPr>
      </p:pic>
      <p:grpSp>
        <p:nvGrpSpPr>
          <p:cNvPr id="1017" name="그룹 1017"/>
          <p:cNvGrpSpPr/>
          <p:nvPr/>
        </p:nvGrpSpPr>
        <p:grpSpPr>
          <a:xfrm>
            <a:off x="2334749" y="3974834"/>
            <a:ext cx="4128815" cy="979966"/>
            <a:chOff x="2334749" y="3974834"/>
            <a:chExt cx="4128815" cy="979966"/>
          </a:xfrm>
        </p:grpSpPr>
        <p:pic>
          <p:nvPicPr>
            <p:cNvPr id="56" name="Object 55"/>
            <p:cNvPicPr>
              <a:picLocks noChangeAspect="1"/>
            </p:cNvPicPr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334749" y="3974834"/>
              <a:ext cx="4128815" cy="979966"/>
            </a:xfrm>
            <a:prstGeom prst="rect">
              <a:avLst/>
            </a:prstGeom>
          </p:spPr>
        </p:pic>
      </p:grpSp>
      <p:grpSp>
        <p:nvGrpSpPr>
          <p:cNvPr id="1018" name="그룹 1018"/>
          <p:cNvGrpSpPr/>
          <p:nvPr/>
        </p:nvGrpSpPr>
        <p:grpSpPr>
          <a:xfrm>
            <a:off x="4288797" y="5091797"/>
            <a:ext cx="583224" cy="237767"/>
            <a:chOff x="4288797" y="5091797"/>
            <a:chExt cx="583224" cy="237767"/>
          </a:xfrm>
        </p:grpSpPr>
        <p:pic>
          <p:nvPicPr>
            <p:cNvPr id="59" name="Object 58"/>
            <p:cNvPicPr>
              <a:picLocks noChangeAspect="1"/>
            </p:cNvPicPr>
            <p:nvPr/>
          </p:nvPicPr>
          <p:blipFill>
            <a:blip r:embed="rId23" cstate="print"/>
            <a:stretch>
              <a:fillRect/>
            </a:stretch>
          </p:blipFill>
          <p:spPr>
            <a:xfrm rot="5400000">
              <a:off x="4288797" y="5091797"/>
              <a:ext cx="583224" cy="237767"/>
            </a:xfrm>
            <a:prstGeom prst="rect">
              <a:avLst/>
            </a:prstGeom>
          </p:spPr>
        </p:pic>
      </p:grpSp>
      <p:grpSp>
        <p:nvGrpSpPr>
          <p:cNvPr id="1019" name="그룹 1019"/>
          <p:cNvGrpSpPr/>
          <p:nvPr/>
        </p:nvGrpSpPr>
        <p:grpSpPr>
          <a:xfrm>
            <a:off x="6627791" y="4390287"/>
            <a:ext cx="802406" cy="108213"/>
            <a:chOff x="6627791" y="4390287"/>
            <a:chExt cx="802406" cy="108213"/>
          </a:xfrm>
        </p:grpSpPr>
        <p:pic>
          <p:nvPicPr>
            <p:cNvPr id="62" name="Object 61"/>
            <p:cNvPicPr>
              <a:picLocks noChangeAspect="1"/>
            </p:cNvPicPr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627791" y="4390287"/>
              <a:ext cx="802406" cy="108213"/>
            </a:xfrm>
            <a:prstGeom prst="rect">
              <a:avLst/>
            </a:prstGeom>
          </p:spPr>
        </p:pic>
      </p:grpSp>
      <p:pic>
        <p:nvPicPr>
          <p:cNvPr id="64" name="Object 63"/>
          <p:cNvPicPr>
            <a:picLocks noChangeAspect="1"/>
          </p:cNvPicPr>
          <p:nvPr/>
        </p:nvPicPr>
        <p:blipFill>
          <a:blip r:embed="rId25" cstate="print"/>
          <a:stretch>
            <a:fillRect/>
          </a:stretch>
        </p:blipFill>
        <p:spPr>
          <a:xfrm>
            <a:off x="2134071" y="4172704"/>
            <a:ext cx="1213534" cy="723772"/>
          </a:xfrm>
          <a:prstGeom prst="rect">
            <a:avLst/>
          </a:prstGeom>
        </p:spPr>
      </p:pic>
      <p:pic>
        <p:nvPicPr>
          <p:cNvPr id="65" name="Object 64"/>
          <p:cNvPicPr>
            <a:picLocks noChangeAspect="1"/>
          </p:cNvPicPr>
          <p:nvPr/>
        </p:nvPicPr>
        <p:blipFill>
          <a:blip r:embed="rId26" cstate="print"/>
          <a:stretch>
            <a:fillRect/>
          </a:stretch>
        </p:blipFill>
        <p:spPr>
          <a:xfrm>
            <a:off x="3046673" y="3925131"/>
            <a:ext cx="3083181" cy="1217286"/>
          </a:xfrm>
          <a:prstGeom prst="rect">
            <a:avLst/>
          </a:prstGeom>
        </p:spPr>
      </p:pic>
      <p:pic>
        <p:nvPicPr>
          <p:cNvPr id="66" name="Object 65"/>
          <p:cNvPicPr>
            <a:picLocks noChangeAspect="1"/>
          </p:cNvPicPr>
          <p:nvPr/>
        </p:nvPicPr>
        <p:blipFill>
          <a:blip r:embed="rId27" cstate="print"/>
          <a:stretch>
            <a:fillRect/>
          </a:stretch>
        </p:blipFill>
        <p:spPr>
          <a:xfrm>
            <a:off x="7686259" y="3717752"/>
            <a:ext cx="9542006" cy="3021252"/>
          </a:xfrm>
          <a:prstGeom prst="rect">
            <a:avLst/>
          </a:prstGeom>
        </p:spPr>
      </p:pic>
      <p:grpSp>
        <p:nvGrpSpPr>
          <p:cNvPr id="1020" name="그룹 1020"/>
          <p:cNvGrpSpPr/>
          <p:nvPr/>
        </p:nvGrpSpPr>
        <p:grpSpPr>
          <a:xfrm>
            <a:off x="2325225" y="5831977"/>
            <a:ext cx="4128815" cy="979966"/>
            <a:chOff x="2325225" y="5831977"/>
            <a:chExt cx="4128815" cy="979966"/>
          </a:xfrm>
        </p:grpSpPr>
        <p:pic>
          <p:nvPicPr>
            <p:cNvPr id="68" name="Object 67"/>
            <p:cNvPicPr>
              <a:picLocks noChangeAspect="1"/>
            </p:cNvPicPr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325225" y="5831977"/>
              <a:ext cx="4128815" cy="979966"/>
            </a:xfrm>
            <a:prstGeom prst="rect">
              <a:avLst/>
            </a:prstGeom>
          </p:spPr>
        </p:pic>
      </p:grpSp>
      <p:grpSp>
        <p:nvGrpSpPr>
          <p:cNvPr id="1021" name="그룹 1021"/>
          <p:cNvGrpSpPr/>
          <p:nvPr/>
        </p:nvGrpSpPr>
        <p:grpSpPr>
          <a:xfrm>
            <a:off x="6582593" y="6177208"/>
            <a:ext cx="949978" cy="108213"/>
            <a:chOff x="6582593" y="6177208"/>
            <a:chExt cx="949978" cy="108213"/>
          </a:xfrm>
        </p:grpSpPr>
        <p:pic>
          <p:nvPicPr>
            <p:cNvPr id="71" name="Object 70"/>
            <p:cNvPicPr>
              <a:picLocks noChangeAspect="1"/>
            </p:cNvPicPr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6582593" y="6177208"/>
              <a:ext cx="949978" cy="108213"/>
            </a:xfrm>
            <a:prstGeom prst="rect">
              <a:avLst/>
            </a:prstGeom>
          </p:spPr>
        </p:pic>
      </p:grpSp>
      <p:grpSp>
        <p:nvGrpSpPr>
          <p:cNvPr id="1022" name="그룹 1022"/>
          <p:cNvGrpSpPr/>
          <p:nvPr/>
        </p:nvGrpSpPr>
        <p:grpSpPr>
          <a:xfrm>
            <a:off x="416236" y="8572306"/>
            <a:ext cx="2141274" cy="1675475"/>
            <a:chOff x="416236" y="8572306"/>
            <a:chExt cx="2141274" cy="1675475"/>
          </a:xfrm>
        </p:grpSpPr>
        <p:pic>
          <p:nvPicPr>
            <p:cNvPr id="74" name="Object 73"/>
            <p:cNvPicPr>
              <a:picLocks noChangeAspect="1"/>
            </p:cNvPicPr>
            <p:nvPr/>
          </p:nvPicPr>
          <p:blipFill>
            <a:blip r:embed="rId29" cstate="print"/>
            <a:stretch>
              <a:fillRect/>
            </a:stretch>
          </p:blipFill>
          <p:spPr>
            <a:xfrm rot="-420000">
              <a:off x="416236" y="8572306"/>
              <a:ext cx="2141274" cy="1675475"/>
            </a:xfrm>
            <a:prstGeom prst="rect">
              <a:avLst/>
            </a:prstGeom>
          </p:spPr>
        </p:pic>
      </p:grpSp>
      <p:grpSp>
        <p:nvGrpSpPr>
          <p:cNvPr id="1023" name="그룹 1023"/>
          <p:cNvGrpSpPr/>
          <p:nvPr/>
        </p:nvGrpSpPr>
        <p:grpSpPr>
          <a:xfrm>
            <a:off x="15954028" y="216083"/>
            <a:ext cx="1728103" cy="1967216"/>
            <a:chOff x="15954028" y="216083"/>
            <a:chExt cx="1728103" cy="1967216"/>
          </a:xfrm>
        </p:grpSpPr>
        <p:pic>
          <p:nvPicPr>
            <p:cNvPr id="77" name="Object 76"/>
            <p:cNvPicPr>
              <a:picLocks noChangeAspect="1"/>
            </p:cNvPicPr>
            <p:nvPr/>
          </p:nvPicPr>
          <p:blipFill>
            <a:blip r:embed="rId30" cstate="print"/>
            <a:stretch>
              <a:fillRect/>
            </a:stretch>
          </p:blipFill>
          <p:spPr>
            <a:xfrm rot="3660000">
              <a:off x="15954028" y="216083"/>
              <a:ext cx="1728103" cy="1967216"/>
            </a:xfrm>
            <a:prstGeom prst="rect">
              <a:avLst/>
            </a:prstGeom>
          </p:spPr>
        </p:pic>
      </p:grpSp>
      <p:grpSp>
        <p:nvGrpSpPr>
          <p:cNvPr id="1024" name="그룹 1024"/>
          <p:cNvGrpSpPr/>
          <p:nvPr/>
        </p:nvGrpSpPr>
        <p:grpSpPr>
          <a:xfrm>
            <a:off x="174362" y="925620"/>
            <a:ext cx="368628" cy="363096"/>
            <a:chOff x="174362" y="925620"/>
            <a:chExt cx="368628" cy="363096"/>
          </a:xfrm>
        </p:grpSpPr>
        <p:pic>
          <p:nvPicPr>
            <p:cNvPr id="80" name="Object 79"/>
            <p:cNvPicPr>
              <a:picLocks noChangeAspect="1"/>
            </p:cNvPicPr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74362" y="925620"/>
              <a:ext cx="368628" cy="363096"/>
            </a:xfrm>
            <a:prstGeom prst="rect">
              <a:avLst/>
            </a:prstGeom>
          </p:spPr>
        </p:pic>
      </p:grpSp>
      <p:grpSp>
        <p:nvGrpSpPr>
          <p:cNvPr id="1025" name="그룹 1025"/>
          <p:cNvGrpSpPr/>
          <p:nvPr/>
        </p:nvGrpSpPr>
        <p:grpSpPr>
          <a:xfrm>
            <a:off x="4275952" y="6956259"/>
            <a:ext cx="583224" cy="237767"/>
            <a:chOff x="4275952" y="6956259"/>
            <a:chExt cx="583224" cy="237767"/>
          </a:xfrm>
        </p:grpSpPr>
        <p:pic>
          <p:nvPicPr>
            <p:cNvPr id="83" name="Object 82"/>
            <p:cNvPicPr>
              <a:picLocks noChangeAspect="1"/>
            </p:cNvPicPr>
            <p:nvPr/>
          </p:nvPicPr>
          <p:blipFill>
            <a:blip r:embed="rId23" cstate="print"/>
            <a:stretch>
              <a:fillRect/>
            </a:stretch>
          </p:blipFill>
          <p:spPr>
            <a:xfrm rot="5400000">
              <a:off x="4275952" y="6956259"/>
              <a:ext cx="583224" cy="237767"/>
            </a:xfrm>
            <a:prstGeom prst="rect">
              <a:avLst/>
            </a:prstGeom>
          </p:spPr>
        </p:pic>
      </p:grpSp>
      <p:pic>
        <p:nvPicPr>
          <p:cNvPr id="85" name="Object 84"/>
          <p:cNvPicPr>
            <a:picLocks noChangeAspect="1"/>
          </p:cNvPicPr>
          <p:nvPr/>
        </p:nvPicPr>
        <p:blipFill>
          <a:blip r:embed="rId32" cstate="print"/>
          <a:stretch>
            <a:fillRect/>
          </a:stretch>
        </p:blipFill>
        <p:spPr>
          <a:xfrm>
            <a:off x="2125414" y="6010799"/>
            <a:ext cx="1210934" cy="723772"/>
          </a:xfrm>
          <a:prstGeom prst="rect">
            <a:avLst/>
          </a:prstGeom>
        </p:spPr>
      </p:pic>
      <p:pic>
        <p:nvPicPr>
          <p:cNvPr id="86" name="Object 85"/>
          <p:cNvPicPr>
            <a:picLocks noChangeAspect="1"/>
          </p:cNvPicPr>
          <p:nvPr/>
        </p:nvPicPr>
        <p:blipFill>
          <a:blip r:embed="rId33" cstate="print"/>
          <a:stretch>
            <a:fillRect/>
          </a:stretch>
        </p:blipFill>
        <p:spPr>
          <a:xfrm>
            <a:off x="3163360" y="5974228"/>
            <a:ext cx="2956802" cy="856764"/>
          </a:xfrm>
          <a:prstGeom prst="rect">
            <a:avLst/>
          </a:prstGeom>
        </p:spPr>
      </p:pic>
      <p:pic>
        <p:nvPicPr>
          <p:cNvPr id="87" name="Object 86"/>
          <p:cNvPicPr>
            <a:picLocks noChangeAspect="1"/>
          </p:cNvPicPr>
          <p:nvPr/>
        </p:nvPicPr>
        <p:blipFill>
          <a:blip r:embed="rId34" cstate="print"/>
          <a:stretch>
            <a:fillRect/>
          </a:stretch>
        </p:blipFill>
        <p:spPr>
          <a:xfrm>
            <a:off x="7532514" y="6002123"/>
            <a:ext cx="9873254" cy="737632"/>
          </a:xfrm>
          <a:prstGeom prst="rect">
            <a:avLst/>
          </a:prstGeom>
        </p:spPr>
      </p:pic>
      <p:grpSp>
        <p:nvGrpSpPr>
          <p:cNvPr id="1026" name="그룹 1026"/>
          <p:cNvGrpSpPr/>
          <p:nvPr/>
        </p:nvGrpSpPr>
        <p:grpSpPr>
          <a:xfrm>
            <a:off x="2384273" y="7647209"/>
            <a:ext cx="4128815" cy="979966"/>
            <a:chOff x="2384273" y="7647209"/>
            <a:chExt cx="4128815" cy="979966"/>
          </a:xfrm>
        </p:grpSpPr>
        <p:pic>
          <p:nvPicPr>
            <p:cNvPr id="89" name="Object 88"/>
            <p:cNvPicPr>
              <a:picLocks noChangeAspect="1"/>
            </p:cNvPicPr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384273" y="7647209"/>
              <a:ext cx="4128815" cy="979966"/>
            </a:xfrm>
            <a:prstGeom prst="rect">
              <a:avLst/>
            </a:prstGeom>
          </p:spPr>
        </p:pic>
      </p:grpSp>
      <p:grpSp>
        <p:nvGrpSpPr>
          <p:cNvPr id="1027" name="그룹 1027"/>
          <p:cNvGrpSpPr/>
          <p:nvPr/>
        </p:nvGrpSpPr>
        <p:grpSpPr>
          <a:xfrm>
            <a:off x="7461816" y="7778838"/>
            <a:ext cx="221850" cy="838871"/>
            <a:chOff x="7461816" y="7778838"/>
            <a:chExt cx="221850" cy="838871"/>
          </a:xfrm>
        </p:grpSpPr>
        <p:pic>
          <p:nvPicPr>
            <p:cNvPr id="92" name="Object 91"/>
            <p:cNvPicPr>
              <a:picLocks noChangeAspect="1"/>
            </p:cNvPicPr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461816" y="7778838"/>
              <a:ext cx="221850" cy="838871"/>
            </a:xfrm>
            <a:prstGeom prst="rect">
              <a:avLst/>
            </a:prstGeom>
          </p:spPr>
        </p:pic>
      </p:grpSp>
      <p:grpSp>
        <p:nvGrpSpPr>
          <p:cNvPr id="1028" name="그룹 1028"/>
          <p:cNvGrpSpPr/>
          <p:nvPr/>
        </p:nvGrpSpPr>
        <p:grpSpPr>
          <a:xfrm>
            <a:off x="6667962" y="8169303"/>
            <a:ext cx="802406" cy="108213"/>
            <a:chOff x="6667962" y="8169303"/>
            <a:chExt cx="802406" cy="108213"/>
          </a:xfrm>
        </p:grpSpPr>
        <p:pic>
          <p:nvPicPr>
            <p:cNvPr id="95" name="Object 94"/>
            <p:cNvPicPr>
              <a:picLocks noChangeAspect="1"/>
            </p:cNvPicPr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667962" y="8169303"/>
              <a:ext cx="802406" cy="108213"/>
            </a:xfrm>
            <a:prstGeom prst="rect">
              <a:avLst/>
            </a:prstGeom>
          </p:spPr>
        </p:pic>
      </p:grpSp>
      <p:pic>
        <p:nvPicPr>
          <p:cNvPr id="97" name="Object 96"/>
          <p:cNvPicPr>
            <a:picLocks noChangeAspect="1"/>
          </p:cNvPicPr>
          <p:nvPr/>
        </p:nvPicPr>
        <p:blipFill>
          <a:blip r:embed="rId35" cstate="print"/>
          <a:stretch>
            <a:fillRect/>
          </a:stretch>
        </p:blipFill>
        <p:spPr>
          <a:xfrm>
            <a:off x="2186526" y="7823145"/>
            <a:ext cx="1204763" cy="789572"/>
          </a:xfrm>
          <a:prstGeom prst="rect">
            <a:avLst/>
          </a:prstGeom>
        </p:spPr>
      </p:pic>
      <p:pic>
        <p:nvPicPr>
          <p:cNvPr id="98" name="Object 97"/>
          <p:cNvPicPr>
            <a:picLocks noChangeAspect="1"/>
          </p:cNvPicPr>
          <p:nvPr/>
        </p:nvPicPr>
        <p:blipFill>
          <a:blip r:embed="rId36" cstate="print"/>
          <a:stretch>
            <a:fillRect/>
          </a:stretch>
        </p:blipFill>
        <p:spPr>
          <a:xfrm>
            <a:off x="2783469" y="7607050"/>
            <a:ext cx="3353448" cy="1218895"/>
          </a:xfrm>
          <a:prstGeom prst="rect">
            <a:avLst/>
          </a:prstGeom>
        </p:spPr>
      </p:pic>
      <p:pic>
        <p:nvPicPr>
          <p:cNvPr id="99" name="Object 98"/>
          <p:cNvPicPr>
            <a:picLocks noChangeAspect="1"/>
          </p:cNvPicPr>
          <p:nvPr/>
        </p:nvPicPr>
        <p:blipFill>
          <a:blip r:embed="rId37" cstate="print"/>
          <a:stretch>
            <a:fillRect/>
          </a:stretch>
        </p:blipFill>
        <p:spPr>
          <a:xfrm>
            <a:off x="7699832" y="7507912"/>
            <a:ext cx="9590539" cy="305413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688889" y="1603379"/>
            <a:ext cx="17620637" cy="8116633"/>
            <a:chOff x="688889" y="1603379"/>
            <a:chExt cx="17620637" cy="8116633"/>
          </a:xfrm>
        </p:grpSpPr>
        <p:grpSp>
          <p:nvGrpSpPr>
            <p:cNvPr id="1002" name="그룹 1002"/>
            <p:cNvGrpSpPr/>
            <p:nvPr/>
          </p:nvGrpSpPr>
          <p:grpSpPr>
            <a:xfrm>
              <a:off x="698074" y="1603379"/>
              <a:ext cx="17611452" cy="21429"/>
              <a:chOff x="698074" y="1603379"/>
              <a:chExt cx="17611452" cy="21429"/>
            </a:xfrm>
          </p:grpSpPr>
          <p:pic>
            <p:nvPicPr>
              <p:cNvPr id="4" name="Object 3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698074" y="1603379"/>
                <a:ext cx="17611452" cy="21429"/>
              </a:xfrm>
              <a:prstGeom prst="rect">
                <a:avLst/>
              </a:prstGeom>
            </p:spPr>
          </p:pic>
        </p:grpSp>
        <p:grpSp>
          <p:nvGrpSpPr>
            <p:cNvPr id="1003" name="그룹 1003"/>
            <p:cNvGrpSpPr/>
            <p:nvPr/>
          </p:nvGrpSpPr>
          <p:grpSpPr>
            <a:xfrm>
              <a:off x="688889" y="9698584"/>
              <a:ext cx="17606349" cy="21429"/>
              <a:chOff x="688889" y="9698584"/>
              <a:chExt cx="17606349" cy="21429"/>
            </a:xfrm>
          </p:grpSpPr>
          <p:pic>
            <p:nvPicPr>
              <p:cNvPr id="7" name="Object 6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688889" y="9698584"/>
                <a:ext cx="17606349" cy="21429"/>
              </a:xfrm>
              <a:prstGeom prst="rect">
                <a:avLst/>
              </a:prstGeom>
            </p:spPr>
          </p:pic>
        </p:grpSp>
      </p:grpSp>
      <p:grpSp>
        <p:nvGrpSpPr>
          <p:cNvPr id="1004" name="그룹 1004"/>
          <p:cNvGrpSpPr/>
          <p:nvPr/>
        </p:nvGrpSpPr>
        <p:grpSpPr>
          <a:xfrm>
            <a:off x="5412571" y="382738"/>
            <a:ext cx="8154233" cy="1736384"/>
            <a:chOff x="5412571" y="382738"/>
            <a:chExt cx="8154233" cy="1736384"/>
          </a:xfrm>
        </p:grpSpPr>
        <p:pic>
          <p:nvPicPr>
            <p:cNvPr id="11" name="Object 10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99635" y="16402"/>
              <a:ext cx="10936146" cy="2388955"/>
            </a:xfrm>
            <a:prstGeom prst="rect">
              <a:avLst/>
            </a:prstGeom>
          </p:spPr>
        </p:pic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-9283840" y="-2172345"/>
              <a:ext cx="16520594" cy="4382899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0" y="0"/>
            <a:ext cx="691582" cy="10285714"/>
            <a:chOff x="0" y="0"/>
            <a:chExt cx="691582" cy="10285714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0"/>
              <a:ext cx="691582" cy="10285714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111223" y="2102150"/>
            <a:ext cx="551788" cy="551788"/>
            <a:chOff x="111223" y="2102150"/>
            <a:chExt cx="551788" cy="551788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1223" y="2102150"/>
              <a:ext cx="551788" cy="551788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38095" y="3313196"/>
            <a:ext cx="630575" cy="630575"/>
            <a:chOff x="38095" y="3313196"/>
            <a:chExt cx="630575" cy="630575"/>
          </a:xfrm>
        </p:grpSpPr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8095" y="3313196"/>
              <a:ext cx="630575" cy="630575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86332" y="4702445"/>
            <a:ext cx="518919" cy="518919"/>
            <a:chOff x="86332" y="4702445"/>
            <a:chExt cx="518919" cy="518919"/>
          </a:xfrm>
        </p:grpSpPr>
        <p:pic>
          <p:nvPicPr>
            <p:cNvPr id="24" name="Object 23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332" y="4702445"/>
              <a:ext cx="518919" cy="518919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62718" y="5970989"/>
            <a:ext cx="628864" cy="628864"/>
            <a:chOff x="62718" y="5970989"/>
            <a:chExt cx="628864" cy="628864"/>
          </a:xfrm>
        </p:grpSpPr>
        <p:pic>
          <p:nvPicPr>
            <p:cNvPr id="27" name="Object 26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2718" y="5970989"/>
              <a:ext cx="628864" cy="628864"/>
            </a:xfrm>
            <a:prstGeom prst="rect">
              <a:avLst/>
            </a:prstGeom>
          </p:spPr>
        </p:pic>
      </p:grpSp>
      <p:grpSp>
        <p:nvGrpSpPr>
          <p:cNvPr id="1010" name="그룹 1010"/>
          <p:cNvGrpSpPr/>
          <p:nvPr/>
        </p:nvGrpSpPr>
        <p:grpSpPr>
          <a:xfrm>
            <a:off x="69190" y="7366755"/>
            <a:ext cx="622391" cy="622391"/>
            <a:chOff x="69190" y="7366755"/>
            <a:chExt cx="622391" cy="622391"/>
          </a:xfrm>
        </p:grpSpPr>
        <p:pic>
          <p:nvPicPr>
            <p:cNvPr id="30" name="Object 29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9190" y="7366755"/>
              <a:ext cx="622391" cy="622391"/>
            </a:xfrm>
            <a:prstGeom prst="rect">
              <a:avLst/>
            </a:prstGeom>
          </p:spPr>
        </p:pic>
      </p:grpSp>
      <p:grpSp>
        <p:nvGrpSpPr>
          <p:cNvPr id="1011" name="그룹 1011"/>
          <p:cNvGrpSpPr/>
          <p:nvPr/>
        </p:nvGrpSpPr>
        <p:grpSpPr>
          <a:xfrm>
            <a:off x="74015" y="8751421"/>
            <a:ext cx="543552" cy="543552"/>
            <a:chOff x="74015" y="8751421"/>
            <a:chExt cx="543552" cy="543552"/>
          </a:xfrm>
        </p:grpSpPr>
        <p:pic>
          <p:nvPicPr>
            <p:cNvPr id="33" name="Object 32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4015" y="8751421"/>
              <a:ext cx="543552" cy="543552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152832" y="7260675"/>
            <a:ext cx="1109538" cy="962916"/>
            <a:chOff x="152832" y="7260675"/>
            <a:chExt cx="1109538" cy="962916"/>
          </a:xfrm>
        </p:grpSpPr>
        <p:pic>
          <p:nvPicPr>
            <p:cNvPr id="36" name="Object 35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52832" y="7260675"/>
              <a:ext cx="1109538" cy="962916"/>
            </a:xfrm>
            <a:prstGeom prst="rect">
              <a:avLst/>
            </a:prstGeom>
          </p:spPr>
        </p:pic>
      </p:grpSp>
      <p:grpSp>
        <p:nvGrpSpPr>
          <p:cNvPr id="1013" name="그룹 1013"/>
          <p:cNvGrpSpPr/>
          <p:nvPr/>
        </p:nvGrpSpPr>
        <p:grpSpPr>
          <a:xfrm>
            <a:off x="172048" y="7479136"/>
            <a:ext cx="553773" cy="553773"/>
            <a:chOff x="172048" y="7479136"/>
            <a:chExt cx="553773" cy="553773"/>
          </a:xfrm>
        </p:grpSpPr>
        <p:pic>
          <p:nvPicPr>
            <p:cNvPr id="39" name="Object 38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72048" y="7479136"/>
              <a:ext cx="553773" cy="553773"/>
            </a:xfrm>
            <a:prstGeom prst="rect">
              <a:avLst/>
            </a:prstGeom>
          </p:spPr>
        </p:pic>
      </p:grpSp>
      <p:pic>
        <p:nvPicPr>
          <p:cNvPr id="41" name="Object 40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10898221" y="9725430"/>
            <a:ext cx="8596098" cy="651412"/>
          </a:xfrm>
          <a:prstGeom prst="rect">
            <a:avLst/>
          </a:prstGeom>
        </p:spPr>
      </p:pic>
      <p:pic>
        <p:nvPicPr>
          <p:cNvPr id="42" name="Object 41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16957697" y="9733049"/>
            <a:ext cx="1167126" cy="651412"/>
          </a:xfrm>
          <a:prstGeom prst="rect">
            <a:avLst/>
          </a:prstGeom>
        </p:spPr>
      </p:pic>
      <p:grpSp>
        <p:nvGrpSpPr>
          <p:cNvPr id="1014" name="그룹 1014"/>
          <p:cNvGrpSpPr/>
          <p:nvPr/>
        </p:nvGrpSpPr>
        <p:grpSpPr>
          <a:xfrm>
            <a:off x="18097263" y="0"/>
            <a:ext cx="188451" cy="1566667"/>
            <a:chOff x="18097263" y="0"/>
            <a:chExt cx="188451" cy="1566667"/>
          </a:xfrm>
        </p:grpSpPr>
        <p:pic>
          <p:nvPicPr>
            <p:cNvPr id="44" name="Object 43"/>
            <p:cNvPicPr>
              <a:picLocks noChangeAspect="1"/>
            </p:cNvPicPr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8097263" y="0"/>
              <a:ext cx="188451" cy="1566667"/>
            </a:xfrm>
            <a:prstGeom prst="rect">
              <a:avLst/>
            </a:prstGeom>
          </p:spPr>
        </p:pic>
      </p:grpSp>
      <p:grpSp>
        <p:nvGrpSpPr>
          <p:cNvPr id="1015" name="그룹 1015"/>
          <p:cNvGrpSpPr/>
          <p:nvPr/>
        </p:nvGrpSpPr>
        <p:grpSpPr>
          <a:xfrm>
            <a:off x="1556650" y="2260302"/>
            <a:ext cx="15914731" cy="1777202"/>
            <a:chOff x="1556650" y="2260302"/>
            <a:chExt cx="15914731" cy="1777202"/>
          </a:xfrm>
        </p:grpSpPr>
        <p:pic>
          <p:nvPicPr>
            <p:cNvPr id="47" name="Object 46"/>
            <p:cNvPicPr>
              <a:picLocks noChangeAspect="1"/>
            </p:cNvPicPr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556650" y="2260302"/>
              <a:ext cx="15914731" cy="1777202"/>
            </a:xfrm>
            <a:prstGeom prst="rect">
              <a:avLst/>
            </a:prstGeom>
          </p:spPr>
        </p:pic>
      </p:grpSp>
      <p:grpSp>
        <p:nvGrpSpPr>
          <p:cNvPr id="1016" name="그룹 1016"/>
          <p:cNvGrpSpPr/>
          <p:nvPr/>
        </p:nvGrpSpPr>
        <p:grpSpPr>
          <a:xfrm>
            <a:off x="1556650" y="4584703"/>
            <a:ext cx="15914731" cy="4478387"/>
            <a:chOff x="1556650" y="4584703"/>
            <a:chExt cx="15914731" cy="4478387"/>
          </a:xfrm>
        </p:grpSpPr>
        <p:pic>
          <p:nvPicPr>
            <p:cNvPr id="50" name="Object 49"/>
            <p:cNvPicPr>
              <a:picLocks noChangeAspect="1"/>
            </p:cNvPicPr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556650" y="4584703"/>
              <a:ext cx="15914731" cy="4478387"/>
            </a:xfrm>
            <a:prstGeom prst="rect">
              <a:avLst/>
            </a:prstGeom>
          </p:spPr>
        </p:pic>
      </p:grpSp>
      <p:pic>
        <p:nvPicPr>
          <p:cNvPr id="52" name="Object 51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-3471521" y="4883515"/>
            <a:ext cx="21241924" cy="1119076"/>
          </a:xfrm>
          <a:prstGeom prst="rect">
            <a:avLst/>
          </a:prstGeom>
        </p:spPr>
      </p:pic>
      <p:grpSp>
        <p:nvGrpSpPr>
          <p:cNvPr id="1017" name="그룹 1017"/>
          <p:cNvGrpSpPr/>
          <p:nvPr/>
        </p:nvGrpSpPr>
        <p:grpSpPr>
          <a:xfrm>
            <a:off x="174362" y="925620"/>
            <a:ext cx="368628" cy="363096"/>
            <a:chOff x="174362" y="925620"/>
            <a:chExt cx="368628" cy="363096"/>
          </a:xfrm>
        </p:grpSpPr>
        <p:pic>
          <p:nvPicPr>
            <p:cNvPr id="54" name="Object 53"/>
            <p:cNvPicPr>
              <a:picLocks noChangeAspect="1"/>
            </p:cNvPicPr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74362" y="925620"/>
              <a:ext cx="368628" cy="363096"/>
            </a:xfrm>
            <a:prstGeom prst="rect">
              <a:avLst/>
            </a:prstGeom>
          </p:spPr>
        </p:pic>
      </p:grpSp>
      <p:grpSp>
        <p:nvGrpSpPr>
          <p:cNvPr id="1018" name="그룹 1018"/>
          <p:cNvGrpSpPr/>
          <p:nvPr/>
        </p:nvGrpSpPr>
        <p:grpSpPr>
          <a:xfrm>
            <a:off x="2027421" y="6101864"/>
            <a:ext cx="9386701" cy="2529781"/>
            <a:chOff x="2027421" y="6101864"/>
            <a:chExt cx="9386701" cy="2529781"/>
          </a:xfrm>
        </p:grpSpPr>
        <p:pic>
          <p:nvPicPr>
            <p:cNvPr id="57" name="Object 56"/>
            <p:cNvPicPr>
              <a:picLocks noChangeAspect="1"/>
            </p:cNvPicPr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027421" y="6101864"/>
              <a:ext cx="9386701" cy="2529781"/>
            </a:xfrm>
            <a:prstGeom prst="rect">
              <a:avLst/>
            </a:prstGeom>
          </p:spPr>
        </p:pic>
      </p:grpSp>
      <p:pic>
        <p:nvPicPr>
          <p:cNvPr id="59" name="Object 58"/>
          <p:cNvPicPr>
            <a:picLocks noChangeAspect="1"/>
          </p:cNvPicPr>
          <p:nvPr/>
        </p:nvPicPr>
        <p:blipFill>
          <a:blip r:embed="rId23" cstate="print"/>
          <a:stretch>
            <a:fillRect/>
          </a:stretch>
        </p:blipFill>
        <p:spPr>
          <a:xfrm>
            <a:off x="1805059" y="2633729"/>
            <a:ext cx="3091599" cy="1230532"/>
          </a:xfrm>
          <a:prstGeom prst="rect">
            <a:avLst/>
          </a:prstGeom>
        </p:spPr>
      </p:pic>
      <p:pic>
        <p:nvPicPr>
          <p:cNvPr id="60" name="Object 59"/>
          <p:cNvPicPr>
            <a:picLocks noChangeAspect="1"/>
          </p:cNvPicPr>
          <p:nvPr/>
        </p:nvPicPr>
        <p:blipFill>
          <a:blip r:embed="rId24" cstate="print"/>
          <a:stretch>
            <a:fillRect/>
          </a:stretch>
        </p:blipFill>
        <p:spPr>
          <a:xfrm>
            <a:off x="5235796" y="2660651"/>
            <a:ext cx="9810933" cy="1247943"/>
          </a:xfrm>
          <a:prstGeom prst="rect">
            <a:avLst/>
          </a:prstGeom>
        </p:spPr>
      </p:pic>
      <p:pic>
        <p:nvPicPr>
          <p:cNvPr id="61" name="Object 60"/>
          <p:cNvPicPr>
            <a:picLocks noChangeAspect="1"/>
          </p:cNvPicPr>
          <p:nvPr/>
        </p:nvPicPr>
        <p:blipFill>
          <a:blip r:embed="rId25" cstate="print"/>
          <a:stretch>
            <a:fillRect/>
          </a:stretch>
        </p:blipFill>
        <p:spPr>
          <a:xfrm>
            <a:off x="11592928" y="6046424"/>
            <a:ext cx="5781600" cy="324505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5412571" y="382738"/>
            <a:ext cx="8154233" cy="1719412"/>
            <a:chOff x="5412571" y="382738"/>
            <a:chExt cx="8154233" cy="1719412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99635" y="16402"/>
              <a:ext cx="10936146" cy="2388955"/>
            </a:xfrm>
            <a:prstGeom prst="rect">
              <a:avLst/>
            </a:prstGeom>
          </p:spPr>
        </p:pic>
        <p:pic>
          <p:nvPicPr>
            <p:cNvPr id="4" name="Object 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9283840" y="-2189317"/>
              <a:ext cx="16520594" cy="4382899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0" y="0"/>
            <a:ext cx="691582" cy="10285714"/>
            <a:chOff x="0" y="0"/>
            <a:chExt cx="691582" cy="10285714"/>
          </a:xfrm>
        </p:grpSpPr>
        <p:pic>
          <p:nvPicPr>
            <p:cNvPr id="7" name="Object 6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691582" cy="10285714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11223" y="2102150"/>
            <a:ext cx="551788" cy="551788"/>
            <a:chOff x="111223" y="2102150"/>
            <a:chExt cx="551788" cy="551788"/>
          </a:xfrm>
        </p:grpSpPr>
        <p:pic>
          <p:nvPicPr>
            <p:cNvPr id="10" name="Object 9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1223" y="2102150"/>
              <a:ext cx="551788" cy="551788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38095" y="3313196"/>
            <a:ext cx="630575" cy="630575"/>
            <a:chOff x="38095" y="3313196"/>
            <a:chExt cx="630575" cy="630575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095" y="3313196"/>
              <a:ext cx="630575" cy="630575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86332" y="4702445"/>
            <a:ext cx="518919" cy="518919"/>
            <a:chOff x="86332" y="4702445"/>
            <a:chExt cx="518919" cy="518919"/>
          </a:xfrm>
        </p:grpSpPr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6332" y="4702445"/>
              <a:ext cx="518919" cy="518919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62718" y="5970989"/>
            <a:ext cx="628864" cy="628864"/>
            <a:chOff x="62718" y="5970989"/>
            <a:chExt cx="628864" cy="628864"/>
          </a:xfrm>
        </p:grpSpPr>
        <p:pic>
          <p:nvPicPr>
            <p:cNvPr id="19" name="Object 18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2718" y="5970989"/>
              <a:ext cx="628864" cy="628864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69190" y="7366755"/>
            <a:ext cx="622391" cy="622391"/>
            <a:chOff x="69190" y="7366755"/>
            <a:chExt cx="622391" cy="622391"/>
          </a:xfrm>
        </p:grpSpPr>
        <p:pic>
          <p:nvPicPr>
            <p:cNvPr id="22" name="Object 21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9190" y="7366755"/>
              <a:ext cx="622391" cy="622391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74015" y="8751421"/>
            <a:ext cx="543552" cy="543552"/>
            <a:chOff x="74015" y="8751421"/>
            <a:chExt cx="543552" cy="543552"/>
          </a:xfrm>
        </p:grpSpPr>
        <p:pic>
          <p:nvPicPr>
            <p:cNvPr id="25" name="Object 24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4015" y="8751421"/>
              <a:ext cx="543552" cy="543552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152832" y="7260675"/>
            <a:ext cx="1109538" cy="962916"/>
            <a:chOff x="152832" y="7260675"/>
            <a:chExt cx="1109538" cy="962916"/>
          </a:xfrm>
        </p:grpSpPr>
        <p:pic>
          <p:nvPicPr>
            <p:cNvPr id="28" name="Object 27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52832" y="7260675"/>
              <a:ext cx="1109538" cy="962916"/>
            </a:xfrm>
            <a:prstGeom prst="rect">
              <a:avLst/>
            </a:prstGeom>
          </p:spPr>
        </p:pic>
      </p:grpSp>
      <p:grpSp>
        <p:nvGrpSpPr>
          <p:cNvPr id="1010" name="그룹 1010"/>
          <p:cNvGrpSpPr/>
          <p:nvPr/>
        </p:nvGrpSpPr>
        <p:grpSpPr>
          <a:xfrm>
            <a:off x="172048" y="7479136"/>
            <a:ext cx="553773" cy="553773"/>
            <a:chOff x="172048" y="7479136"/>
            <a:chExt cx="553773" cy="553773"/>
          </a:xfrm>
        </p:grpSpPr>
        <p:pic>
          <p:nvPicPr>
            <p:cNvPr id="31" name="Object 30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72048" y="7479136"/>
              <a:ext cx="553773" cy="553773"/>
            </a:xfrm>
            <a:prstGeom prst="rect">
              <a:avLst/>
            </a:prstGeom>
          </p:spPr>
        </p:pic>
      </p:grpSp>
      <p:grpSp>
        <p:nvGrpSpPr>
          <p:cNvPr id="1011" name="그룹 1011"/>
          <p:cNvGrpSpPr/>
          <p:nvPr/>
        </p:nvGrpSpPr>
        <p:grpSpPr>
          <a:xfrm>
            <a:off x="18097263" y="0"/>
            <a:ext cx="188451" cy="1566667"/>
            <a:chOff x="18097263" y="0"/>
            <a:chExt cx="188451" cy="1566667"/>
          </a:xfrm>
        </p:grpSpPr>
        <p:pic>
          <p:nvPicPr>
            <p:cNvPr id="34" name="Object 33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8097263" y="0"/>
              <a:ext cx="188451" cy="1566667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1062422" y="1587707"/>
            <a:ext cx="8227890" cy="8186492"/>
            <a:chOff x="1062422" y="1587707"/>
            <a:chExt cx="8227890" cy="8186492"/>
          </a:xfrm>
        </p:grpSpPr>
        <p:pic>
          <p:nvPicPr>
            <p:cNvPr id="37" name="Object 36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62422" y="1587707"/>
              <a:ext cx="8227890" cy="8186492"/>
            </a:xfrm>
            <a:prstGeom prst="rect">
              <a:avLst/>
            </a:prstGeom>
          </p:spPr>
        </p:pic>
      </p:grpSp>
      <p:pic>
        <p:nvPicPr>
          <p:cNvPr id="39" name="Object 38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-9787766" y="1919681"/>
            <a:ext cx="23589623" cy="1139525"/>
          </a:xfrm>
          <a:prstGeom prst="rect">
            <a:avLst/>
          </a:prstGeom>
        </p:spPr>
      </p:pic>
      <p:grpSp>
        <p:nvGrpSpPr>
          <p:cNvPr id="1013" name="그룹 1013"/>
          <p:cNvGrpSpPr/>
          <p:nvPr/>
        </p:nvGrpSpPr>
        <p:grpSpPr>
          <a:xfrm>
            <a:off x="174362" y="925620"/>
            <a:ext cx="368628" cy="363096"/>
            <a:chOff x="174362" y="925620"/>
            <a:chExt cx="368628" cy="363096"/>
          </a:xfrm>
        </p:grpSpPr>
        <p:pic>
          <p:nvPicPr>
            <p:cNvPr id="41" name="Object 40"/>
            <p:cNvPicPr>
              <a:picLocks noChangeAspect="1"/>
            </p:cNvPicPr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74362" y="925620"/>
              <a:ext cx="368628" cy="363096"/>
            </a:xfrm>
            <a:prstGeom prst="rect">
              <a:avLst/>
            </a:prstGeom>
          </p:spPr>
        </p:pic>
      </p:grpSp>
      <p:grpSp>
        <p:nvGrpSpPr>
          <p:cNvPr id="1014" name="그룹 1014"/>
          <p:cNvGrpSpPr/>
          <p:nvPr/>
        </p:nvGrpSpPr>
        <p:grpSpPr>
          <a:xfrm>
            <a:off x="9671341" y="1578483"/>
            <a:ext cx="8235520" cy="8194083"/>
            <a:chOff x="9671341" y="1578483"/>
            <a:chExt cx="8235520" cy="8194083"/>
          </a:xfrm>
        </p:grpSpPr>
        <p:pic>
          <p:nvPicPr>
            <p:cNvPr id="44" name="Object 43"/>
            <p:cNvPicPr>
              <a:picLocks noChangeAspect="1"/>
            </p:cNvPicPr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671341" y="1578483"/>
              <a:ext cx="8235520" cy="8194083"/>
            </a:xfrm>
            <a:prstGeom prst="rect">
              <a:avLst/>
            </a:prstGeom>
          </p:spPr>
        </p:pic>
      </p:grpSp>
      <p:pic>
        <p:nvPicPr>
          <p:cNvPr id="46" name="Object 45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-2803868" y="6595326"/>
            <a:ext cx="15928967" cy="3085714"/>
          </a:xfrm>
          <a:prstGeom prst="rect">
            <a:avLst/>
          </a:prstGeom>
        </p:spPr>
      </p:pic>
      <p:pic>
        <p:nvPicPr>
          <p:cNvPr id="47" name="Object 46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5835937" y="6595326"/>
            <a:ext cx="15902680" cy="3085714"/>
          </a:xfrm>
          <a:prstGeom prst="rect">
            <a:avLst/>
          </a:prstGeom>
        </p:spPr>
      </p:pic>
      <p:grpSp>
        <p:nvGrpSpPr>
          <p:cNvPr id="1015" name="그룹 1015"/>
          <p:cNvGrpSpPr/>
          <p:nvPr/>
        </p:nvGrpSpPr>
        <p:grpSpPr>
          <a:xfrm>
            <a:off x="11290967" y="2920545"/>
            <a:ext cx="5029637" cy="4082720"/>
            <a:chOff x="11290967" y="2920545"/>
            <a:chExt cx="5029637" cy="4082720"/>
          </a:xfrm>
        </p:grpSpPr>
        <p:pic>
          <p:nvPicPr>
            <p:cNvPr id="49" name="Object 48"/>
            <p:cNvPicPr>
              <a:picLocks noChangeAspect="1"/>
            </p:cNvPicPr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1290967" y="2920545"/>
              <a:ext cx="5029637" cy="4082720"/>
            </a:xfrm>
            <a:prstGeom prst="rect">
              <a:avLst/>
            </a:prstGeom>
          </p:spPr>
        </p:pic>
      </p:grpSp>
      <p:grpSp>
        <p:nvGrpSpPr>
          <p:cNvPr id="1016" name="그룹 1016"/>
          <p:cNvGrpSpPr/>
          <p:nvPr/>
        </p:nvGrpSpPr>
        <p:grpSpPr>
          <a:xfrm>
            <a:off x="2609401" y="2952083"/>
            <a:ext cx="5133931" cy="4019643"/>
            <a:chOff x="2609401" y="2952083"/>
            <a:chExt cx="5133931" cy="4019643"/>
          </a:xfrm>
        </p:grpSpPr>
        <p:pic>
          <p:nvPicPr>
            <p:cNvPr id="52" name="Object 51"/>
            <p:cNvPicPr>
              <a:picLocks noChangeAspect="1"/>
            </p:cNvPicPr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609401" y="2952083"/>
              <a:ext cx="5133931" cy="4019643"/>
            </a:xfrm>
            <a:prstGeom prst="rect">
              <a:avLst/>
            </a:prstGeom>
          </p:spPr>
        </p:pic>
      </p:grpSp>
      <p:pic>
        <p:nvPicPr>
          <p:cNvPr id="54" name="Object 53"/>
          <p:cNvPicPr>
            <a:picLocks noChangeAspect="1"/>
          </p:cNvPicPr>
          <p:nvPr/>
        </p:nvPicPr>
        <p:blipFill>
          <a:blip r:embed="rId22" cstate="print"/>
          <a:stretch>
            <a:fillRect/>
          </a:stretch>
        </p:blipFill>
        <p:spPr>
          <a:xfrm>
            <a:off x="-1294743" y="1910873"/>
            <a:ext cx="23783082" cy="1144059"/>
          </a:xfrm>
          <a:prstGeom prst="rect">
            <a:avLst/>
          </a:prstGeom>
        </p:spPr>
      </p:pic>
      <p:pic>
        <p:nvPicPr>
          <p:cNvPr id="55" name="Object 54"/>
          <p:cNvPicPr>
            <a:picLocks noChangeAspect="1"/>
          </p:cNvPicPr>
          <p:nvPr/>
        </p:nvPicPr>
        <p:blipFill>
          <a:blip r:embed="rId23" cstate="print"/>
          <a:stretch>
            <a:fillRect/>
          </a:stretch>
        </p:blipFill>
        <p:spPr>
          <a:xfrm>
            <a:off x="-7668526" y="8960873"/>
            <a:ext cx="21513876" cy="1030095"/>
          </a:xfrm>
          <a:prstGeom prst="rect">
            <a:avLst/>
          </a:prstGeom>
        </p:spPr>
      </p:pic>
      <p:pic>
        <p:nvPicPr>
          <p:cNvPr id="56" name="Object 55"/>
          <p:cNvPicPr>
            <a:picLocks noChangeAspect="1"/>
          </p:cNvPicPr>
          <p:nvPr/>
        </p:nvPicPr>
        <p:blipFill>
          <a:blip r:embed="rId24" cstate="print"/>
          <a:stretch>
            <a:fillRect/>
          </a:stretch>
        </p:blipFill>
        <p:spPr>
          <a:xfrm>
            <a:off x="9290208" y="8935750"/>
            <a:ext cx="9110257" cy="103009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5335095" y="7009180"/>
            <a:ext cx="7722704" cy="979966"/>
            <a:chOff x="5335095" y="7009180"/>
            <a:chExt cx="7722704" cy="979966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35095" y="7009180"/>
              <a:ext cx="7722704" cy="979966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5281505" y="1888061"/>
            <a:ext cx="7722704" cy="979966"/>
            <a:chOff x="5281505" y="1888061"/>
            <a:chExt cx="7722704" cy="979966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81505" y="1888061"/>
              <a:ext cx="7722704" cy="979966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5281505" y="3628483"/>
            <a:ext cx="7722704" cy="979966"/>
            <a:chOff x="5281505" y="3628483"/>
            <a:chExt cx="7722704" cy="979966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81505" y="3628483"/>
              <a:ext cx="7722704" cy="979966"/>
            </a:xfrm>
            <a:prstGeom prst="rect">
              <a:avLst/>
            </a:prstGeom>
          </p:spPr>
        </p:pic>
      </p:grpSp>
      <p:pic>
        <p:nvPicPr>
          <p:cNvPr id="11" name="Object 10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092101" y="-105568"/>
            <a:ext cx="10156651" cy="2443937"/>
          </a:xfrm>
          <a:prstGeom prst="rect">
            <a:avLst/>
          </a:prstGeom>
        </p:spPr>
      </p:pic>
      <p:grpSp>
        <p:nvGrpSpPr>
          <p:cNvPr id="1004" name="그룹 1004"/>
          <p:cNvGrpSpPr/>
          <p:nvPr/>
        </p:nvGrpSpPr>
        <p:grpSpPr>
          <a:xfrm>
            <a:off x="0" y="0"/>
            <a:ext cx="691582" cy="10285714"/>
            <a:chOff x="0" y="0"/>
            <a:chExt cx="691582" cy="10285714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691582" cy="10285714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111223" y="2102150"/>
            <a:ext cx="551788" cy="551788"/>
            <a:chOff x="111223" y="2102150"/>
            <a:chExt cx="551788" cy="551788"/>
          </a:xfrm>
        </p:grpSpPr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1223" y="2102150"/>
              <a:ext cx="551788" cy="551788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38095" y="3313196"/>
            <a:ext cx="630575" cy="630575"/>
            <a:chOff x="38095" y="3313196"/>
            <a:chExt cx="630575" cy="630575"/>
          </a:xfrm>
        </p:grpSpPr>
        <p:pic>
          <p:nvPicPr>
            <p:cNvPr id="19" name="Object 18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095" y="3313196"/>
              <a:ext cx="630575" cy="630575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86332" y="4702445"/>
            <a:ext cx="518919" cy="518919"/>
            <a:chOff x="86332" y="4702445"/>
            <a:chExt cx="518919" cy="518919"/>
          </a:xfrm>
        </p:grpSpPr>
        <p:pic>
          <p:nvPicPr>
            <p:cNvPr id="22" name="Object 21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6332" y="4702445"/>
              <a:ext cx="518919" cy="518919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62718" y="5970989"/>
            <a:ext cx="628864" cy="628864"/>
            <a:chOff x="62718" y="5970989"/>
            <a:chExt cx="628864" cy="628864"/>
          </a:xfrm>
        </p:grpSpPr>
        <p:pic>
          <p:nvPicPr>
            <p:cNvPr id="25" name="Object 24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2718" y="5970989"/>
              <a:ext cx="628864" cy="628864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69190" y="7366755"/>
            <a:ext cx="622391" cy="622391"/>
            <a:chOff x="69190" y="7366755"/>
            <a:chExt cx="622391" cy="622391"/>
          </a:xfrm>
        </p:grpSpPr>
        <p:pic>
          <p:nvPicPr>
            <p:cNvPr id="28" name="Object 27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9190" y="7366755"/>
              <a:ext cx="622391" cy="622391"/>
            </a:xfrm>
            <a:prstGeom prst="rect">
              <a:avLst/>
            </a:prstGeom>
          </p:spPr>
        </p:pic>
      </p:grpSp>
      <p:grpSp>
        <p:nvGrpSpPr>
          <p:cNvPr id="1010" name="그룹 1010"/>
          <p:cNvGrpSpPr/>
          <p:nvPr/>
        </p:nvGrpSpPr>
        <p:grpSpPr>
          <a:xfrm>
            <a:off x="74015" y="8751421"/>
            <a:ext cx="543552" cy="543552"/>
            <a:chOff x="74015" y="8751421"/>
            <a:chExt cx="543552" cy="543552"/>
          </a:xfrm>
        </p:grpSpPr>
        <p:pic>
          <p:nvPicPr>
            <p:cNvPr id="31" name="Object 30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4015" y="8751421"/>
              <a:ext cx="543552" cy="543552"/>
            </a:xfrm>
            <a:prstGeom prst="rect">
              <a:avLst/>
            </a:prstGeom>
          </p:spPr>
        </p:pic>
      </p:grpSp>
      <p:grpSp>
        <p:nvGrpSpPr>
          <p:cNvPr id="1011" name="그룹 1011"/>
          <p:cNvGrpSpPr/>
          <p:nvPr/>
        </p:nvGrpSpPr>
        <p:grpSpPr>
          <a:xfrm>
            <a:off x="152832" y="3260675"/>
            <a:ext cx="1109538" cy="962916"/>
            <a:chOff x="152832" y="3260675"/>
            <a:chExt cx="1109538" cy="962916"/>
          </a:xfrm>
        </p:grpSpPr>
        <p:pic>
          <p:nvPicPr>
            <p:cNvPr id="34" name="Object 33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52832" y="3260675"/>
              <a:ext cx="1109538" cy="962916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160000" y="3465219"/>
            <a:ext cx="581409" cy="581409"/>
            <a:chOff x="160000" y="3465219"/>
            <a:chExt cx="581409" cy="581409"/>
          </a:xfrm>
        </p:grpSpPr>
        <p:pic>
          <p:nvPicPr>
            <p:cNvPr id="37" name="Object 36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0000" y="3465219"/>
              <a:ext cx="581409" cy="581409"/>
            </a:xfrm>
            <a:prstGeom prst="rect">
              <a:avLst/>
            </a:prstGeom>
          </p:spPr>
        </p:pic>
      </p:grpSp>
      <p:pic>
        <p:nvPicPr>
          <p:cNvPr id="39" name="Object 38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594211" y="9725430"/>
            <a:ext cx="9211384" cy="651412"/>
          </a:xfrm>
          <a:prstGeom prst="rect">
            <a:avLst/>
          </a:prstGeom>
        </p:spPr>
      </p:pic>
      <p:pic>
        <p:nvPicPr>
          <p:cNvPr id="40" name="Object 39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16957249" y="9733049"/>
            <a:ext cx="1168479" cy="651412"/>
          </a:xfrm>
          <a:prstGeom prst="rect">
            <a:avLst/>
          </a:prstGeom>
        </p:spPr>
      </p:pic>
      <p:grpSp>
        <p:nvGrpSpPr>
          <p:cNvPr id="1013" name="그룹 1013"/>
          <p:cNvGrpSpPr/>
          <p:nvPr/>
        </p:nvGrpSpPr>
        <p:grpSpPr>
          <a:xfrm>
            <a:off x="18097263" y="0"/>
            <a:ext cx="188451" cy="1566667"/>
            <a:chOff x="18097263" y="0"/>
            <a:chExt cx="188451" cy="1566667"/>
          </a:xfrm>
        </p:grpSpPr>
        <p:pic>
          <p:nvPicPr>
            <p:cNvPr id="42" name="Object 41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8097263" y="0"/>
              <a:ext cx="188451" cy="1566667"/>
            </a:xfrm>
            <a:prstGeom prst="rect">
              <a:avLst/>
            </a:prstGeom>
          </p:spPr>
        </p:pic>
      </p:grpSp>
      <p:grpSp>
        <p:nvGrpSpPr>
          <p:cNvPr id="1014" name="그룹 1014"/>
          <p:cNvGrpSpPr/>
          <p:nvPr/>
        </p:nvGrpSpPr>
        <p:grpSpPr>
          <a:xfrm>
            <a:off x="8988240" y="3154734"/>
            <a:ext cx="580039" cy="237767"/>
            <a:chOff x="8988240" y="3154734"/>
            <a:chExt cx="580039" cy="237767"/>
          </a:xfrm>
        </p:grpSpPr>
        <p:pic>
          <p:nvPicPr>
            <p:cNvPr id="45" name="Object 44"/>
            <p:cNvPicPr>
              <a:picLocks noChangeAspect="1"/>
            </p:cNvPicPr>
            <p:nvPr/>
          </p:nvPicPr>
          <p:blipFill>
            <a:blip r:embed="rId16" cstate="print"/>
            <a:stretch>
              <a:fillRect/>
            </a:stretch>
          </p:blipFill>
          <p:spPr>
            <a:xfrm rot="5400000">
              <a:off x="8988240" y="3154734"/>
              <a:ext cx="580039" cy="237767"/>
            </a:xfrm>
            <a:prstGeom prst="rect">
              <a:avLst/>
            </a:prstGeom>
          </p:spPr>
        </p:pic>
      </p:grpSp>
      <p:pic>
        <p:nvPicPr>
          <p:cNvPr id="47" name="Object 46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5086155" y="2002824"/>
            <a:ext cx="1236458" cy="838058"/>
          </a:xfrm>
          <a:prstGeom prst="rect">
            <a:avLst/>
          </a:prstGeom>
        </p:spPr>
      </p:pic>
      <p:pic>
        <p:nvPicPr>
          <p:cNvPr id="48" name="Object 47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4277042" y="1863607"/>
            <a:ext cx="8272219" cy="1175171"/>
          </a:xfrm>
          <a:prstGeom prst="rect">
            <a:avLst/>
          </a:prstGeom>
        </p:spPr>
      </p:pic>
      <p:grpSp>
        <p:nvGrpSpPr>
          <p:cNvPr id="1015" name="그룹 1015"/>
          <p:cNvGrpSpPr/>
          <p:nvPr/>
        </p:nvGrpSpPr>
        <p:grpSpPr>
          <a:xfrm>
            <a:off x="8999493" y="4745446"/>
            <a:ext cx="583224" cy="237767"/>
            <a:chOff x="8999493" y="4745446"/>
            <a:chExt cx="583224" cy="237767"/>
          </a:xfrm>
        </p:grpSpPr>
        <p:pic>
          <p:nvPicPr>
            <p:cNvPr id="50" name="Object 49"/>
            <p:cNvPicPr>
              <a:picLocks noChangeAspect="1"/>
            </p:cNvPicPr>
            <p:nvPr/>
          </p:nvPicPr>
          <p:blipFill>
            <a:blip r:embed="rId19" cstate="print"/>
            <a:stretch>
              <a:fillRect/>
            </a:stretch>
          </p:blipFill>
          <p:spPr>
            <a:xfrm rot="5400000">
              <a:off x="8999493" y="4745446"/>
              <a:ext cx="583224" cy="237767"/>
            </a:xfrm>
            <a:prstGeom prst="rect">
              <a:avLst/>
            </a:prstGeom>
          </p:spPr>
        </p:pic>
      </p:grpSp>
      <p:pic>
        <p:nvPicPr>
          <p:cNvPr id="52" name="Object 51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7543843" y="3594885"/>
            <a:ext cx="3437495" cy="1287924"/>
          </a:xfrm>
          <a:prstGeom prst="rect">
            <a:avLst/>
          </a:prstGeom>
        </p:spPr>
      </p:pic>
      <p:grpSp>
        <p:nvGrpSpPr>
          <p:cNvPr id="1016" name="그룹 1016"/>
          <p:cNvGrpSpPr/>
          <p:nvPr/>
        </p:nvGrpSpPr>
        <p:grpSpPr>
          <a:xfrm>
            <a:off x="5315391" y="5221364"/>
            <a:ext cx="7722704" cy="979966"/>
            <a:chOff x="5315391" y="5221364"/>
            <a:chExt cx="7722704" cy="979966"/>
          </a:xfrm>
        </p:grpSpPr>
        <p:pic>
          <p:nvPicPr>
            <p:cNvPr id="54" name="Object 53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15391" y="5221364"/>
              <a:ext cx="7722704" cy="979966"/>
            </a:xfrm>
            <a:prstGeom prst="rect">
              <a:avLst/>
            </a:prstGeom>
          </p:spPr>
        </p:pic>
      </p:grpSp>
      <p:grpSp>
        <p:nvGrpSpPr>
          <p:cNvPr id="1017" name="그룹 1017"/>
          <p:cNvGrpSpPr/>
          <p:nvPr/>
        </p:nvGrpSpPr>
        <p:grpSpPr>
          <a:xfrm>
            <a:off x="416236" y="8572306"/>
            <a:ext cx="2141274" cy="1675475"/>
            <a:chOff x="416236" y="8572306"/>
            <a:chExt cx="2141274" cy="1675475"/>
          </a:xfrm>
        </p:grpSpPr>
        <p:pic>
          <p:nvPicPr>
            <p:cNvPr id="57" name="Object 56"/>
            <p:cNvPicPr>
              <a:picLocks noChangeAspect="1"/>
            </p:cNvPicPr>
            <p:nvPr/>
          </p:nvPicPr>
          <p:blipFill>
            <a:blip r:embed="rId21" cstate="print"/>
            <a:stretch>
              <a:fillRect/>
            </a:stretch>
          </p:blipFill>
          <p:spPr>
            <a:xfrm rot="-420000">
              <a:off x="416236" y="8572306"/>
              <a:ext cx="2141274" cy="1675475"/>
            </a:xfrm>
            <a:prstGeom prst="rect">
              <a:avLst/>
            </a:prstGeom>
          </p:spPr>
        </p:pic>
      </p:grpSp>
      <p:grpSp>
        <p:nvGrpSpPr>
          <p:cNvPr id="1018" name="그룹 1018"/>
          <p:cNvGrpSpPr/>
          <p:nvPr/>
        </p:nvGrpSpPr>
        <p:grpSpPr>
          <a:xfrm>
            <a:off x="15954028" y="216083"/>
            <a:ext cx="1728103" cy="1967216"/>
            <a:chOff x="15954028" y="216083"/>
            <a:chExt cx="1728103" cy="1967216"/>
          </a:xfrm>
        </p:grpSpPr>
        <p:pic>
          <p:nvPicPr>
            <p:cNvPr id="60" name="Object 59"/>
            <p:cNvPicPr>
              <a:picLocks noChangeAspect="1"/>
            </p:cNvPicPr>
            <p:nvPr/>
          </p:nvPicPr>
          <p:blipFill>
            <a:blip r:embed="rId22" cstate="print"/>
            <a:stretch>
              <a:fillRect/>
            </a:stretch>
          </p:blipFill>
          <p:spPr>
            <a:xfrm rot="3660000">
              <a:off x="15954028" y="216083"/>
              <a:ext cx="1728103" cy="1967216"/>
            </a:xfrm>
            <a:prstGeom prst="rect">
              <a:avLst/>
            </a:prstGeom>
          </p:spPr>
        </p:pic>
      </p:grpSp>
      <p:grpSp>
        <p:nvGrpSpPr>
          <p:cNvPr id="1019" name="그룹 1019"/>
          <p:cNvGrpSpPr/>
          <p:nvPr/>
        </p:nvGrpSpPr>
        <p:grpSpPr>
          <a:xfrm>
            <a:off x="174362" y="925620"/>
            <a:ext cx="368628" cy="363096"/>
            <a:chOff x="174362" y="925620"/>
            <a:chExt cx="368628" cy="363096"/>
          </a:xfrm>
        </p:grpSpPr>
        <p:pic>
          <p:nvPicPr>
            <p:cNvPr id="63" name="Object 62"/>
            <p:cNvPicPr>
              <a:picLocks noChangeAspect="1"/>
            </p:cNvPicPr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74362" y="925620"/>
              <a:ext cx="368628" cy="363096"/>
            </a:xfrm>
            <a:prstGeom prst="rect">
              <a:avLst/>
            </a:prstGeom>
          </p:spPr>
        </p:pic>
      </p:grpSp>
      <p:pic>
        <p:nvPicPr>
          <p:cNvPr id="65" name="Object 64"/>
          <p:cNvPicPr>
            <a:picLocks noChangeAspect="1"/>
          </p:cNvPicPr>
          <p:nvPr/>
        </p:nvPicPr>
        <p:blipFill>
          <a:blip r:embed="rId24" cstate="print"/>
          <a:stretch>
            <a:fillRect/>
          </a:stretch>
        </p:blipFill>
        <p:spPr>
          <a:xfrm>
            <a:off x="5135288" y="5414246"/>
            <a:ext cx="1210934" cy="723772"/>
          </a:xfrm>
          <a:prstGeom prst="rect">
            <a:avLst/>
          </a:prstGeom>
        </p:spPr>
      </p:pic>
      <p:pic>
        <p:nvPicPr>
          <p:cNvPr id="66" name="Object 65"/>
          <p:cNvPicPr>
            <a:picLocks noChangeAspect="1"/>
          </p:cNvPicPr>
          <p:nvPr/>
        </p:nvPicPr>
        <p:blipFill>
          <a:blip r:embed="rId25" cstate="print"/>
          <a:stretch>
            <a:fillRect/>
          </a:stretch>
        </p:blipFill>
        <p:spPr>
          <a:xfrm>
            <a:off x="4204843" y="5187596"/>
            <a:ext cx="9160876" cy="1296105"/>
          </a:xfrm>
          <a:prstGeom prst="rect">
            <a:avLst/>
          </a:prstGeom>
        </p:spPr>
      </p:pic>
      <p:grpSp>
        <p:nvGrpSpPr>
          <p:cNvPr id="1020" name="그룹 1020"/>
          <p:cNvGrpSpPr/>
          <p:nvPr/>
        </p:nvGrpSpPr>
        <p:grpSpPr>
          <a:xfrm>
            <a:off x="8998700" y="6598685"/>
            <a:ext cx="583224" cy="237767"/>
            <a:chOff x="8998700" y="6598685"/>
            <a:chExt cx="583224" cy="237767"/>
          </a:xfrm>
        </p:grpSpPr>
        <p:pic>
          <p:nvPicPr>
            <p:cNvPr id="68" name="Object 67"/>
            <p:cNvPicPr>
              <a:picLocks noChangeAspect="1"/>
            </p:cNvPicPr>
            <p:nvPr/>
          </p:nvPicPr>
          <p:blipFill>
            <a:blip r:embed="rId19" cstate="print"/>
            <a:stretch>
              <a:fillRect/>
            </a:stretch>
          </p:blipFill>
          <p:spPr>
            <a:xfrm rot="5400000">
              <a:off x="8998700" y="6598685"/>
              <a:ext cx="583224" cy="237767"/>
            </a:xfrm>
            <a:prstGeom prst="rect">
              <a:avLst/>
            </a:prstGeom>
          </p:spPr>
        </p:pic>
      </p:grpSp>
      <p:pic>
        <p:nvPicPr>
          <p:cNvPr id="70" name="Object 69"/>
          <p:cNvPicPr>
            <a:picLocks noChangeAspect="1"/>
          </p:cNvPicPr>
          <p:nvPr/>
        </p:nvPicPr>
        <p:blipFill>
          <a:blip r:embed="rId26" cstate="print"/>
          <a:stretch>
            <a:fillRect/>
          </a:stretch>
        </p:blipFill>
        <p:spPr>
          <a:xfrm>
            <a:off x="5117641" y="7142771"/>
            <a:ext cx="1204763" cy="789572"/>
          </a:xfrm>
          <a:prstGeom prst="rect">
            <a:avLst/>
          </a:prstGeom>
        </p:spPr>
      </p:pic>
      <p:pic>
        <p:nvPicPr>
          <p:cNvPr id="71" name="Object 70"/>
          <p:cNvPicPr>
            <a:picLocks noChangeAspect="1"/>
          </p:cNvPicPr>
          <p:nvPr/>
        </p:nvPicPr>
        <p:blipFill>
          <a:blip r:embed="rId27" cstate="print"/>
          <a:stretch>
            <a:fillRect/>
          </a:stretch>
        </p:blipFill>
        <p:spPr>
          <a:xfrm>
            <a:off x="4981568" y="6980189"/>
            <a:ext cx="8468438" cy="1180762"/>
          </a:xfrm>
          <a:prstGeom prst="rect">
            <a:avLst/>
          </a:prstGeom>
        </p:spPr>
      </p:pic>
      <p:grpSp>
        <p:nvGrpSpPr>
          <p:cNvPr id="1021" name="그룹 1021"/>
          <p:cNvGrpSpPr/>
          <p:nvPr/>
        </p:nvGrpSpPr>
        <p:grpSpPr>
          <a:xfrm>
            <a:off x="9012658" y="8125983"/>
            <a:ext cx="583224" cy="237767"/>
            <a:chOff x="9012658" y="8125983"/>
            <a:chExt cx="583224" cy="237767"/>
          </a:xfrm>
        </p:grpSpPr>
        <p:pic>
          <p:nvPicPr>
            <p:cNvPr id="73" name="Object 72"/>
            <p:cNvPicPr>
              <a:picLocks noChangeAspect="1"/>
            </p:cNvPicPr>
            <p:nvPr/>
          </p:nvPicPr>
          <p:blipFill>
            <a:blip r:embed="rId19" cstate="print"/>
            <a:stretch>
              <a:fillRect/>
            </a:stretch>
          </p:blipFill>
          <p:spPr>
            <a:xfrm rot="5400000">
              <a:off x="9012658" y="8125983"/>
              <a:ext cx="583224" cy="237767"/>
            </a:xfrm>
            <a:prstGeom prst="rect">
              <a:avLst/>
            </a:prstGeom>
          </p:spPr>
        </p:pic>
      </p:grpSp>
      <p:grpSp>
        <p:nvGrpSpPr>
          <p:cNvPr id="1022" name="그룹 1022"/>
          <p:cNvGrpSpPr/>
          <p:nvPr/>
        </p:nvGrpSpPr>
        <p:grpSpPr>
          <a:xfrm>
            <a:off x="7120979" y="8657108"/>
            <a:ext cx="4128815" cy="979966"/>
            <a:chOff x="7120979" y="8657108"/>
            <a:chExt cx="4128815" cy="979966"/>
          </a:xfrm>
        </p:grpSpPr>
        <p:pic>
          <p:nvPicPr>
            <p:cNvPr id="76" name="Object 75"/>
            <p:cNvPicPr>
              <a:picLocks noChangeAspect="1"/>
            </p:cNvPicPr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7120979" y="8657108"/>
              <a:ext cx="4128815" cy="979966"/>
            </a:xfrm>
            <a:prstGeom prst="rect">
              <a:avLst/>
            </a:prstGeom>
          </p:spPr>
        </p:pic>
      </p:grpSp>
      <p:grpSp>
        <p:nvGrpSpPr>
          <p:cNvPr id="1023" name="그룹 1023"/>
          <p:cNvGrpSpPr/>
          <p:nvPr/>
        </p:nvGrpSpPr>
        <p:grpSpPr>
          <a:xfrm>
            <a:off x="5378839" y="8612031"/>
            <a:ext cx="7722704" cy="979966"/>
            <a:chOff x="5378839" y="8612031"/>
            <a:chExt cx="7722704" cy="979966"/>
          </a:xfrm>
        </p:grpSpPr>
        <p:pic>
          <p:nvPicPr>
            <p:cNvPr id="79" name="Object 78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78839" y="8612031"/>
              <a:ext cx="7722704" cy="979966"/>
            </a:xfrm>
            <a:prstGeom prst="rect">
              <a:avLst/>
            </a:prstGeom>
          </p:spPr>
        </p:pic>
      </p:grpSp>
      <p:pic>
        <p:nvPicPr>
          <p:cNvPr id="81" name="Object 80"/>
          <p:cNvPicPr>
            <a:picLocks noChangeAspect="1"/>
          </p:cNvPicPr>
          <p:nvPr/>
        </p:nvPicPr>
        <p:blipFill>
          <a:blip r:embed="rId29" cstate="print"/>
          <a:stretch>
            <a:fillRect/>
          </a:stretch>
        </p:blipFill>
        <p:spPr>
          <a:xfrm>
            <a:off x="5197974" y="8733689"/>
            <a:ext cx="1207811" cy="838058"/>
          </a:xfrm>
          <a:prstGeom prst="rect">
            <a:avLst/>
          </a:prstGeom>
        </p:spPr>
      </p:pic>
      <p:pic>
        <p:nvPicPr>
          <p:cNvPr id="82" name="Object 81"/>
          <p:cNvPicPr>
            <a:picLocks noChangeAspect="1"/>
          </p:cNvPicPr>
          <p:nvPr/>
        </p:nvPicPr>
        <p:blipFill>
          <a:blip r:embed="rId30" cstate="print"/>
          <a:stretch>
            <a:fillRect/>
          </a:stretch>
        </p:blipFill>
        <p:spPr>
          <a:xfrm>
            <a:off x="3889867" y="8711809"/>
            <a:ext cx="9540600" cy="1210362"/>
          </a:xfrm>
          <a:prstGeom prst="rect">
            <a:avLst/>
          </a:prstGeom>
        </p:spPr>
      </p:pic>
      <p:pic>
        <p:nvPicPr>
          <p:cNvPr id="83" name="Object 82"/>
          <p:cNvPicPr>
            <a:picLocks noChangeAspect="1"/>
          </p:cNvPicPr>
          <p:nvPr/>
        </p:nvPicPr>
        <p:blipFill>
          <a:blip r:embed="rId31" cstate="print"/>
          <a:stretch>
            <a:fillRect/>
          </a:stretch>
        </p:blipFill>
        <p:spPr>
          <a:xfrm>
            <a:off x="5100345" y="3783270"/>
            <a:ext cx="1208105" cy="83805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679365" y="1603379"/>
            <a:ext cx="17620637" cy="8116633"/>
            <a:chOff x="679365" y="1603379"/>
            <a:chExt cx="17620637" cy="8116633"/>
          </a:xfrm>
        </p:grpSpPr>
        <p:grpSp>
          <p:nvGrpSpPr>
            <p:cNvPr id="1002" name="그룹 1002"/>
            <p:cNvGrpSpPr/>
            <p:nvPr/>
          </p:nvGrpSpPr>
          <p:grpSpPr>
            <a:xfrm>
              <a:off x="688550" y="1603379"/>
              <a:ext cx="17611452" cy="21429"/>
              <a:chOff x="688550" y="1603379"/>
              <a:chExt cx="17611452" cy="21429"/>
            </a:xfrm>
          </p:grpSpPr>
          <p:pic>
            <p:nvPicPr>
              <p:cNvPr id="4" name="Object 3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688550" y="1603379"/>
                <a:ext cx="17611452" cy="21429"/>
              </a:xfrm>
              <a:prstGeom prst="rect">
                <a:avLst/>
              </a:prstGeom>
            </p:spPr>
          </p:pic>
        </p:grpSp>
        <p:grpSp>
          <p:nvGrpSpPr>
            <p:cNvPr id="1003" name="그룹 1003"/>
            <p:cNvGrpSpPr/>
            <p:nvPr/>
          </p:nvGrpSpPr>
          <p:grpSpPr>
            <a:xfrm>
              <a:off x="679365" y="9698584"/>
              <a:ext cx="17606349" cy="21429"/>
              <a:chOff x="679365" y="9698584"/>
              <a:chExt cx="17606349" cy="21429"/>
            </a:xfrm>
          </p:grpSpPr>
          <p:pic>
            <p:nvPicPr>
              <p:cNvPr id="7" name="Object 6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679365" y="9698584"/>
                <a:ext cx="17606349" cy="21429"/>
              </a:xfrm>
              <a:prstGeom prst="rect">
                <a:avLst/>
              </a:prstGeom>
            </p:spPr>
          </p:pic>
        </p:grpSp>
      </p:grpSp>
      <p:grpSp>
        <p:nvGrpSpPr>
          <p:cNvPr id="1004" name="그룹 1004"/>
          <p:cNvGrpSpPr/>
          <p:nvPr/>
        </p:nvGrpSpPr>
        <p:grpSpPr>
          <a:xfrm>
            <a:off x="5412567" y="382738"/>
            <a:ext cx="8154233" cy="1719412"/>
            <a:chOff x="5412567" y="382738"/>
            <a:chExt cx="8154233" cy="1719412"/>
          </a:xfrm>
        </p:grpSpPr>
        <p:pic>
          <p:nvPicPr>
            <p:cNvPr id="11" name="Object 10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88783" y="-47455"/>
              <a:ext cx="11457793" cy="2443936"/>
            </a:xfrm>
            <a:prstGeom prst="rect">
              <a:avLst/>
            </a:prstGeom>
          </p:spPr>
        </p:pic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-9283840" y="-2189317"/>
              <a:ext cx="16520594" cy="4382899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0" y="0"/>
            <a:ext cx="691582" cy="10285714"/>
            <a:chOff x="0" y="0"/>
            <a:chExt cx="691582" cy="10285714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0"/>
              <a:ext cx="691582" cy="10285714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111223" y="2102150"/>
            <a:ext cx="551788" cy="551788"/>
            <a:chOff x="111223" y="2102150"/>
            <a:chExt cx="551788" cy="551788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1223" y="2102150"/>
              <a:ext cx="551788" cy="551788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38095" y="3313196"/>
            <a:ext cx="630575" cy="630575"/>
            <a:chOff x="38095" y="3313196"/>
            <a:chExt cx="630575" cy="630575"/>
          </a:xfrm>
        </p:grpSpPr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8095" y="3313196"/>
              <a:ext cx="630575" cy="630575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86332" y="4702445"/>
            <a:ext cx="518919" cy="518919"/>
            <a:chOff x="86332" y="4702445"/>
            <a:chExt cx="518919" cy="518919"/>
          </a:xfrm>
        </p:grpSpPr>
        <p:pic>
          <p:nvPicPr>
            <p:cNvPr id="24" name="Object 23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332" y="4702445"/>
              <a:ext cx="518919" cy="518919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62718" y="5970989"/>
            <a:ext cx="628864" cy="628864"/>
            <a:chOff x="62718" y="5970989"/>
            <a:chExt cx="628864" cy="628864"/>
          </a:xfrm>
        </p:grpSpPr>
        <p:pic>
          <p:nvPicPr>
            <p:cNvPr id="27" name="Object 26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2718" y="5970989"/>
              <a:ext cx="628864" cy="628864"/>
            </a:xfrm>
            <a:prstGeom prst="rect">
              <a:avLst/>
            </a:prstGeom>
          </p:spPr>
        </p:pic>
      </p:grpSp>
      <p:grpSp>
        <p:nvGrpSpPr>
          <p:cNvPr id="1010" name="그룹 1010"/>
          <p:cNvGrpSpPr/>
          <p:nvPr/>
        </p:nvGrpSpPr>
        <p:grpSpPr>
          <a:xfrm>
            <a:off x="69190" y="7366755"/>
            <a:ext cx="622391" cy="622391"/>
            <a:chOff x="69190" y="7366755"/>
            <a:chExt cx="622391" cy="622391"/>
          </a:xfrm>
        </p:grpSpPr>
        <p:pic>
          <p:nvPicPr>
            <p:cNvPr id="30" name="Object 29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9190" y="7366755"/>
              <a:ext cx="622391" cy="622391"/>
            </a:xfrm>
            <a:prstGeom prst="rect">
              <a:avLst/>
            </a:prstGeom>
          </p:spPr>
        </p:pic>
      </p:grpSp>
      <p:grpSp>
        <p:nvGrpSpPr>
          <p:cNvPr id="1011" name="그룹 1011"/>
          <p:cNvGrpSpPr/>
          <p:nvPr/>
        </p:nvGrpSpPr>
        <p:grpSpPr>
          <a:xfrm>
            <a:off x="74015" y="8751421"/>
            <a:ext cx="543552" cy="543552"/>
            <a:chOff x="74015" y="8751421"/>
            <a:chExt cx="543552" cy="543552"/>
          </a:xfrm>
        </p:grpSpPr>
        <p:pic>
          <p:nvPicPr>
            <p:cNvPr id="33" name="Object 32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4015" y="8751421"/>
              <a:ext cx="543552" cy="543552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152832" y="7260675"/>
            <a:ext cx="1109538" cy="962916"/>
            <a:chOff x="152832" y="7260675"/>
            <a:chExt cx="1109538" cy="962916"/>
          </a:xfrm>
        </p:grpSpPr>
        <p:pic>
          <p:nvPicPr>
            <p:cNvPr id="36" name="Object 35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52832" y="7260675"/>
              <a:ext cx="1109538" cy="962916"/>
            </a:xfrm>
            <a:prstGeom prst="rect">
              <a:avLst/>
            </a:prstGeom>
          </p:spPr>
        </p:pic>
      </p:grpSp>
      <p:grpSp>
        <p:nvGrpSpPr>
          <p:cNvPr id="1013" name="그룹 1013"/>
          <p:cNvGrpSpPr/>
          <p:nvPr/>
        </p:nvGrpSpPr>
        <p:grpSpPr>
          <a:xfrm>
            <a:off x="172048" y="7479136"/>
            <a:ext cx="553773" cy="553773"/>
            <a:chOff x="172048" y="7479136"/>
            <a:chExt cx="553773" cy="553773"/>
          </a:xfrm>
        </p:grpSpPr>
        <p:pic>
          <p:nvPicPr>
            <p:cNvPr id="39" name="Object 38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72048" y="7479136"/>
              <a:ext cx="553773" cy="553773"/>
            </a:xfrm>
            <a:prstGeom prst="rect">
              <a:avLst/>
            </a:prstGeom>
          </p:spPr>
        </p:pic>
      </p:grpSp>
      <p:pic>
        <p:nvPicPr>
          <p:cNvPr id="41" name="Object 40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10898221" y="9725430"/>
            <a:ext cx="8596098" cy="651412"/>
          </a:xfrm>
          <a:prstGeom prst="rect">
            <a:avLst/>
          </a:prstGeom>
        </p:spPr>
      </p:pic>
      <p:pic>
        <p:nvPicPr>
          <p:cNvPr id="42" name="Object 41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16957697" y="9733049"/>
            <a:ext cx="1167126" cy="651412"/>
          </a:xfrm>
          <a:prstGeom prst="rect">
            <a:avLst/>
          </a:prstGeom>
        </p:spPr>
      </p:pic>
      <p:grpSp>
        <p:nvGrpSpPr>
          <p:cNvPr id="1014" name="그룹 1014"/>
          <p:cNvGrpSpPr/>
          <p:nvPr/>
        </p:nvGrpSpPr>
        <p:grpSpPr>
          <a:xfrm>
            <a:off x="18097263" y="0"/>
            <a:ext cx="188451" cy="1566667"/>
            <a:chOff x="18097263" y="0"/>
            <a:chExt cx="188451" cy="1566667"/>
          </a:xfrm>
        </p:grpSpPr>
        <p:pic>
          <p:nvPicPr>
            <p:cNvPr id="44" name="Object 43"/>
            <p:cNvPicPr>
              <a:picLocks noChangeAspect="1"/>
            </p:cNvPicPr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8097263" y="0"/>
              <a:ext cx="188451" cy="1566667"/>
            </a:xfrm>
            <a:prstGeom prst="rect">
              <a:avLst/>
            </a:prstGeom>
          </p:spPr>
        </p:pic>
      </p:grpSp>
      <p:grpSp>
        <p:nvGrpSpPr>
          <p:cNvPr id="1015" name="그룹 1015"/>
          <p:cNvGrpSpPr/>
          <p:nvPr/>
        </p:nvGrpSpPr>
        <p:grpSpPr>
          <a:xfrm>
            <a:off x="1556650" y="2260302"/>
            <a:ext cx="15914731" cy="1777202"/>
            <a:chOff x="1556650" y="2260302"/>
            <a:chExt cx="15914731" cy="1777202"/>
          </a:xfrm>
        </p:grpSpPr>
        <p:pic>
          <p:nvPicPr>
            <p:cNvPr id="47" name="Object 46"/>
            <p:cNvPicPr>
              <a:picLocks noChangeAspect="1"/>
            </p:cNvPicPr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556650" y="2260302"/>
              <a:ext cx="15914731" cy="1777202"/>
            </a:xfrm>
            <a:prstGeom prst="rect">
              <a:avLst/>
            </a:prstGeom>
          </p:spPr>
        </p:pic>
      </p:grpSp>
      <p:grpSp>
        <p:nvGrpSpPr>
          <p:cNvPr id="1016" name="그룹 1016"/>
          <p:cNvGrpSpPr/>
          <p:nvPr/>
        </p:nvGrpSpPr>
        <p:grpSpPr>
          <a:xfrm>
            <a:off x="1556650" y="4584703"/>
            <a:ext cx="15914731" cy="4478387"/>
            <a:chOff x="1556650" y="4584703"/>
            <a:chExt cx="15914731" cy="4478387"/>
          </a:xfrm>
        </p:grpSpPr>
        <p:pic>
          <p:nvPicPr>
            <p:cNvPr id="50" name="Object 49"/>
            <p:cNvPicPr>
              <a:picLocks noChangeAspect="1"/>
            </p:cNvPicPr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556650" y="4584703"/>
              <a:ext cx="15914731" cy="4478387"/>
            </a:xfrm>
            <a:prstGeom prst="rect">
              <a:avLst/>
            </a:prstGeom>
          </p:spPr>
        </p:pic>
      </p:grpSp>
      <p:pic>
        <p:nvPicPr>
          <p:cNvPr id="52" name="Object 51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-3719997" y="4883515"/>
            <a:ext cx="21490410" cy="1119076"/>
          </a:xfrm>
          <a:prstGeom prst="rect">
            <a:avLst/>
          </a:prstGeom>
        </p:spPr>
      </p:pic>
      <p:pic>
        <p:nvPicPr>
          <p:cNvPr id="53" name="Object 52"/>
          <p:cNvPicPr>
            <a:picLocks noChangeAspect="1"/>
          </p:cNvPicPr>
          <p:nvPr/>
        </p:nvPicPr>
        <p:blipFill>
          <a:blip r:embed="rId21" cstate="print"/>
          <a:stretch>
            <a:fillRect/>
          </a:stretch>
        </p:blipFill>
        <p:spPr>
          <a:xfrm>
            <a:off x="11592928" y="6046424"/>
            <a:ext cx="5835057" cy="2772152"/>
          </a:xfrm>
          <a:prstGeom prst="rect">
            <a:avLst/>
          </a:prstGeom>
        </p:spPr>
      </p:pic>
      <p:grpSp>
        <p:nvGrpSpPr>
          <p:cNvPr id="1017" name="그룹 1017"/>
          <p:cNvGrpSpPr/>
          <p:nvPr/>
        </p:nvGrpSpPr>
        <p:grpSpPr>
          <a:xfrm>
            <a:off x="174362" y="925620"/>
            <a:ext cx="368628" cy="363096"/>
            <a:chOff x="174362" y="925620"/>
            <a:chExt cx="368628" cy="363096"/>
          </a:xfrm>
        </p:grpSpPr>
        <p:pic>
          <p:nvPicPr>
            <p:cNvPr id="55" name="Object 54"/>
            <p:cNvPicPr>
              <a:picLocks noChangeAspect="1"/>
            </p:cNvPicPr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74362" y="925620"/>
              <a:ext cx="368628" cy="363096"/>
            </a:xfrm>
            <a:prstGeom prst="rect">
              <a:avLst/>
            </a:prstGeom>
          </p:spPr>
        </p:pic>
      </p:grpSp>
      <p:grpSp>
        <p:nvGrpSpPr>
          <p:cNvPr id="1018" name="그룹 1018"/>
          <p:cNvGrpSpPr/>
          <p:nvPr/>
        </p:nvGrpSpPr>
        <p:grpSpPr>
          <a:xfrm>
            <a:off x="1875040" y="6030102"/>
            <a:ext cx="9509777" cy="2562178"/>
            <a:chOff x="1875040" y="6030102"/>
            <a:chExt cx="9509777" cy="2562178"/>
          </a:xfrm>
        </p:grpSpPr>
        <p:pic>
          <p:nvPicPr>
            <p:cNvPr id="58" name="Object 57"/>
            <p:cNvPicPr>
              <a:picLocks noChangeAspect="1"/>
            </p:cNvPicPr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875040" y="6030102"/>
              <a:ext cx="9509777" cy="2562178"/>
            </a:xfrm>
            <a:prstGeom prst="rect">
              <a:avLst/>
            </a:prstGeom>
          </p:spPr>
        </p:pic>
      </p:grpSp>
      <p:pic>
        <p:nvPicPr>
          <p:cNvPr id="60" name="Object 59"/>
          <p:cNvPicPr>
            <a:picLocks noChangeAspect="1"/>
          </p:cNvPicPr>
          <p:nvPr/>
        </p:nvPicPr>
        <p:blipFill>
          <a:blip r:embed="rId24" cstate="print"/>
          <a:stretch>
            <a:fillRect/>
          </a:stretch>
        </p:blipFill>
        <p:spPr>
          <a:xfrm>
            <a:off x="1518364" y="2633729"/>
            <a:ext cx="3394237" cy="1230532"/>
          </a:xfrm>
          <a:prstGeom prst="rect">
            <a:avLst/>
          </a:prstGeom>
        </p:spPr>
      </p:pic>
      <p:pic>
        <p:nvPicPr>
          <p:cNvPr id="61" name="Object 60"/>
          <p:cNvPicPr>
            <a:picLocks noChangeAspect="1"/>
          </p:cNvPicPr>
          <p:nvPr/>
        </p:nvPicPr>
        <p:blipFill>
          <a:blip r:embed="rId25" cstate="print"/>
          <a:stretch>
            <a:fillRect/>
          </a:stretch>
        </p:blipFill>
        <p:spPr>
          <a:xfrm>
            <a:off x="5235796" y="2660651"/>
            <a:ext cx="9869171" cy="124794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98521" y="-21101"/>
            <a:ext cx="11573050" cy="2243250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0" y="0"/>
            <a:ext cx="691582" cy="10285714"/>
            <a:chOff x="0" y="0"/>
            <a:chExt cx="691582" cy="10285714"/>
          </a:xfrm>
        </p:grpSpPr>
        <p:pic>
          <p:nvPicPr>
            <p:cNvPr id="4" name="Object 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691582" cy="10285714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11223" y="2102150"/>
            <a:ext cx="551788" cy="551788"/>
            <a:chOff x="111223" y="2102150"/>
            <a:chExt cx="551788" cy="551788"/>
          </a:xfrm>
        </p:grpSpPr>
        <p:pic>
          <p:nvPicPr>
            <p:cNvPr id="7" name="Object 6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223" y="2102150"/>
              <a:ext cx="551788" cy="551788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38095" y="3313196"/>
            <a:ext cx="630575" cy="630575"/>
            <a:chOff x="38095" y="3313196"/>
            <a:chExt cx="630575" cy="630575"/>
          </a:xfrm>
        </p:grpSpPr>
        <p:pic>
          <p:nvPicPr>
            <p:cNvPr id="10" name="Object 9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095" y="3313196"/>
              <a:ext cx="630575" cy="630575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86332" y="4702445"/>
            <a:ext cx="518919" cy="518919"/>
            <a:chOff x="86332" y="4702445"/>
            <a:chExt cx="518919" cy="518919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6332" y="4702445"/>
              <a:ext cx="518919" cy="518919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62718" y="5970989"/>
            <a:ext cx="628864" cy="628864"/>
            <a:chOff x="62718" y="5970989"/>
            <a:chExt cx="628864" cy="628864"/>
          </a:xfrm>
        </p:grpSpPr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718" y="5970989"/>
              <a:ext cx="628864" cy="628864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69190" y="7366755"/>
            <a:ext cx="622391" cy="622391"/>
            <a:chOff x="69190" y="7366755"/>
            <a:chExt cx="622391" cy="622391"/>
          </a:xfrm>
        </p:grpSpPr>
        <p:pic>
          <p:nvPicPr>
            <p:cNvPr id="19" name="Object 18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9190" y="7366755"/>
              <a:ext cx="622391" cy="622391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74015" y="8751421"/>
            <a:ext cx="543552" cy="543552"/>
            <a:chOff x="74015" y="8751421"/>
            <a:chExt cx="543552" cy="543552"/>
          </a:xfrm>
        </p:grpSpPr>
        <p:pic>
          <p:nvPicPr>
            <p:cNvPr id="22" name="Object 21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4015" y="8751421"/>
              <a:ext cx="543552" cy="543552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152832" y="3260675"/>
            <a:ext cx="1109538" cy="962916"/>
            <a:chOff x="152832" y="3260675"/>
            <a:chExt cx="1109538" cy="962916"/>
          </a:xfrm>
        </p:grpSpPr>
        <p:pic>
          <p:nvPicPr>
            <p:cNvPr id="25" name="Object 24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2832" y="3260675"/>
              <a:ext cx="1109538" cy="962916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160000" y="3465219"/>
            <a:ext cx="581409" cy="581409"/>
            <a:chOff x="160000" y="3465219"/>
            <a:chExt cx="581409" cy="581409"/>
          </a:xfrm>
        </p:grpSpPr>
        <p:pic>
          <p:nvPicPr>
            <p:cNvPr id="28" name="Object 27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60000" y="3465219"/>
              <a:ext cx="581409" cy="581409"/>
            </a:xfrm>
            <a:prstGeom prst="rect">
              <a:avLst/>
            </a:prstGeom>
          </p:spPr>
        </p:pic>
      </p:grpSp>
      <p:pic>
        <p:nvPicPr>
          <p:cNvPr id="30" name="Object 29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10594211" y="9725430"/>
            <a:ext cx="9211384" cy="651412"/>
          </a:xfrm>
          <a:prstGeom prst="rect">
            <a:avLst/>
          </a:prstGeom>
        </p:spPr>
      </p:pic>
      <p:pic>
        <p:nvPicPr>
          <p:cNvPr id="31" name="Object 30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6957249" y="9733049"/>
            <a:ext cx="1168479" cy="651412"/>
          </a:xfrm>
          <a:prstGeom prst="rect">
            <a:avLst/>
          </a:prstGeom>
        </p:spPr>
      </p:pic>
      <p:grpSp>
        <p:nvGrpSpPr>
          <p:cNvPr id="1010" name="그룹 1010"/>
          <p:cNvGrpSpPr/>
          <p:nvPr/>
        </p:nvGrpSpPr>
        <p:grpSpPr>
          <a:xfrm>
            <a:off x="18097263" y="0"/>
            <a:ext cx="188451" cy="1566667"/>
            <a:chOff x="18097263" y="0"/>
            <a:chExt cx="188451" cy="1566667"/>
          </a:xfrm>
        </p:grpSpPr>
        <p:pic>
          <p:nvPicPr>
            <p:cNvPr id="33" name="Object 32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8097263" y="0"/>
              <a:ext cx="188451" cy="1566667"/>
            </a:xfrm>
            <a:prstGeom prst="rect">
              <a:avLst/>
            </a:prstGeom>
          </p:spPr>
        </p:pic>
      </p:grpSp>
      <p:pic>
        <p:nvPicPr>
          <p:cNvPr id="35" name="Object 34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2353178" y="3694114"/>
            <a:ext cx="1206010" cy="723772"/>
          </a:xfrm>
          <a:prstGeom prst="rect">
            <a:avLst/>
          </a:prstGeom>
        </p:spPr>
      </p:pic>
      <p:pic>
        <p:nvPicPr>
          <p:cNvPr id="36" name="Object 35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2389079" y="5558876"/>
            <a:ext cx="1213534" cy="723772"/>
          </a:xfrm>
          <a:prstGeom prst="rect">
            <a:avLst/>
          </a:prstGeom>
        </p:spPr>
      </p:pic>
      <p:grpSp>
        <p:nvGrpSpPr>
          <p:cNvPr id="1011" name="그룹 1011"/>
          <p:cNvGrpSpPr/>
          <p:nvPr/>
        </p:nvGrpSpPr>
        <p:grpSpPr>
          <a:xfrm>
            <a:off x="174362" y="925620"/>
            <a:ext cx="368628" cy="363096"/>
            <a:chOff x="174362" y="925620"/>
            <a:chExt cx="368628" cy="363096"/>
          </a:xfrm>
        </p:grpSpPr>
        <p:pic>
          <p:nvPicPr>
            <p:cNvPr id="38" name="Object 37"/>
            <p:cNvPicPr>
              <a:picLocks noChangeAspect="1"/>
            </p:cNvPicPr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74362" y="925620"/>
              <a:ext cx="368628" cy="363096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1158905" y="1544568"/>
            <a:ext cx="7967268" cy="5127822"/>
            <a:chOff x="1158905" y="1544568"/>
            <a:chExt cx="7967268" cy="5127822"/>
          </a:xfrm>
        </p:grpSpPr>
        <p:pic>
          <p:nvPicPr>
            <p:cNvPr id="41" name="Object 40"/>
            <p:cNvPicPr>
              <a:picLocks noChangeAspect="1"/>
            </p:cNvPicPr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158905" y="1544568"/>
              <a:ext cx="7967268" cy="5127822"/>
            </a:xfrm>
            <a:prstGeom prst="rect">
              <a:avLst/>
            </a:prstGeom>
          </p:spPr>
        </p:pic>
      </p:grpSp>
      <p:pic>
        <p:nvPicPr>
          <p:cNvPr id="43" name="Object 42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5430762" y="-525882"/>
            <a:ext cx="16126008" cy="9153154"/>
          </a:xfrm>
          <a:prstGeom prst="rect">
            <a:avLst/>
          </a:prstGeom>
        </p:spPr>
      </p:pic>
      <p:pic>
        <p:nvPicPr>
          <p:cNvPr id="44" name="Object 43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1614266" y="6681437"/>
            <a:ext cx="16230460" cy="34796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991793" y="1556924"/>
            <a:ext cx="16770016" cy="7724810"/>
            <a:chOff x="991793" y="1556924"/>
            <a:chExt cx="16770016" cy="7724810"/>
          </a:xfrm>
        </p:grpSpPr>
        <p:grpSp>
          <p:nvGrpSpPr>
            <p:cNvPr id="1002" name="그룹 1002"/>
            <p:cNvGrpSpPr/>
            <p:nvPr/>
          </p:nvGrpSpPr>
          <p:grpSpPr>
            <a:xfrm>
              <a:off x="1000535" y="1556924"/>
              <a:ext cx="16761275" cy="20394"/>
              <a:chOff x="1000535" y="1556924"/>
              <a:chExt cx="16761275" cy="20394"/>
            </a:xfrm>
          </p:grpSpPr>
          <p:pic>
            <p:nvPicPr>
              <p:cNvPr id="4" name="Object 3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000535" y="1556924"/>
                <a:ext cx="16761275" cy="20394"/>
              </a:xfrm>
              <a:prstGeom prst="rect">
                <a:avLst/>
              </a:prstGeom>
            </p:spPr>
          </p:pic>
        </p:grpSp>
        <p:grpSp>
          <p:nvGrpSpPr>
            <p:cNvPr id="1003" name="그룹 1003"/>
            <p:cNvGrpSpPr/>
            <p:nvPr/>
          </p:nvGrpSpPr>
          <p:grpSpPr>
            <a:xfrm>
              <a:off x="991793" y="9261340"/>
              <a:ext cx="16756418" cy="20394"/>
              <a:chOff x="991793" y="9261340"/>
              <a:chExt cx="16756418" cy="20394"/>
            </a:xfrm>
          </p:grpSpPr>
          <p:pic>
            <p:nvPicPr>
              <p:cNvPr id="7" name="Object 6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991793" y="9261340"/>
                <a:ext cx="16756418" cy="20394"/>
              </a:xfrm>
              <a:prstGeom prst="rect">
                <a:avLst/>
              </a:prstGeom>
            </p:spPr>
          </p:pic>
        </p:grpSp>
      </p:grpSp>
      <p:grpSp>
        <p:nvGrpSpPr>
          <p:cNvPr id="1004" name="그룹 1004"/>
          <p:cNvGrpSpPr/>
          <p:nvPr/>
        </p:nvGrpSpPr>
        <p:grpSpPr>
          <a:xfrm>
            <a:off x="0" y="0"/>
            <a:ext cx="691582" cy="10285714"/>
            <a:chOff x="0" y="0"/>
            <a:chExt cx="691582" cy="10285714"/>
          </a:xfrm>
        </p:grpSpPr>
        <p:pic>
          <p:nvPicPr>
            <p:cNvPr id="11" name="Object 10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691582" cy="10285714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111223" y="2102150"/>
            <a:ext cx="551788" cy="551788"/>
            <a:chOff x="111223" y="2102150"/>
            <a:chExt cx="551788" cy="551788"/>
          </a:xfrm>
        </p:grpSpPr>
        <p:pic>
          <p:nvPicPr>
            <p:cNvPr id="14" name="Object 13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1223" y="2102150"/>
              <a:ext cx="551788" cy="551788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38095" y="3313196"/>
            <a:ext cx="630575" cy="630575"/>
            <a:chOff x="38095" y="3313196"/>
            <a:chExt cx="630575" cy="630575"/>
          </a:xfrm>
        </p:grpSpPr>
        <p:pic>
          <p:nvPicPr>
            <p:cNvPr id="17" name="Object 16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095" y="3313196"/>
              <a:ext cx="630575" cy="630575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86332" y="4702445"/>
            <a:ext cx="518919" cy="518919"/>
            <a:chOff x="86332" y="4702445"/>
            <a:chExt cx="518919" cy="518919"/>
          </a:xfrm>
        </p:grpSpPr>
        <p:pic>
          <p:nvPicPr>
            <p:cNvPr id="20" name="Object 19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6332" y="4702445"/>
              <a:ext cx="518919" cy="518919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62718" y="5970989"/>
            <a:ext cx="628864" cy="628864"/>
            <a:chOff x="62718" y="5970989"/>
            <a:chExt cx="628864" cy="628864"/>
          </a:xfrm>
        </p:grpSpPr>
        <p:pic>
          <p:nvPicPr>
            <p:cNvPr id="23" name="Object 22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2718" y="5970989"/>
              <a:ext cx="628864" cy="628864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69190" y="7366755"/>
            <a:ext cx="622391" cy="622391"/>
            <a:chOff x="69190" y="7366755"/>
            <a:chExt cx="622391" cy="622391"/>
          </a:xfrm>
        </p:grpSpPr>
        <p:pic>
          <p:nvPicPr>
            <p:cNvPr id="26" name="Object 25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9190" y="7366755"/>
              <a:ext cx="622391" cy="622391"/>
            </a:xfrm>
            <a:prstGeom prst="rect">
              <a:avLst/>
            </a:prstGeom>
          </p:spPr>
        </p:pic>
      </p:grpSp>
      <p:grpSp>
        <p:nvGrpSpPr>
          <p:cNvPr id="1010" name="그룹 1010"/>
          <p:cNvGrpSpPr/>
          <p:nvPr/>
        </p:nvGrpSpPr>
        <p:grpSpPr>
          <a:xfrm>
            <a:off x="74015" y="8751421"/>
            <a:ext cx="543552" cy="543552"/>
            <a:chOff x="74015" y="8751421"/>
            <a:chExt cx="543552" cy="543552"/>
          </a:xfrm>
        </p:grpSpPr>
        <p:pic>
          <p:nvPicPr>
            <p:cNvPr id="29" name="Object 28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4015" y="8751421"/>
              <a:ext cx="543552" cy="543552"/>
            </a:xfrm>
            <a:prstGeom prst="rect">
              <a:avLst/>
            </a:prstGeom>
          </p:spPr>
        </p:pic>
      </p:grpSp>
      <p:grpSp>
        <p:nvGrpSpPr>
          <p:cNvPr id="1011" name="그룹 1011"/>
          <p:cNvGrpSpPr/>
          <p:nvPr/>
        </p:nvGrpSpPr>
        <p:grpSpPr>
          <a:xfrm>
            <a:off x="152832" y="1832104"/>
            <a:ext cx="1109538" cy="962916"/>
            <a:chOff x="152832" y="1832104"/>
            <a:chExt cx="1109538" cy="962916"/>
          </a:xfrm>
        </p:grpSpPr>
        <p:pic>
          <p:nvPicPr>
            <p:cNvPr id="32" name="Object 31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52832" y="1832104"/>
              <a:ext cx="1109538" cy="962916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214080" y="2052627"/>
            <a:ext cx="551788" cy="551788"/>
            <a:chOff x="214080" y="2052627"/>
            <a:chExt cx="551788" cy="551788"/>
          </a:xfrm>
        </p:grpSpPr>
        <p:pic>
          <p:nvPicPr>
            <p:cNvPr id="35" name="Object 34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14080" y="2052627"/>
              <a:ext cx="551788" cy="551788"/>
            </a:xfrm>
            <a:prstGeom prst="rect">
              <a:avLst/>
            </a:prstGeom>
          </p:spPr>
        </p:pic>
      </p:grpSp>
      <p:pic>
        <p:nvPicPr>
          <p:cNvPr id="38" name="Object 37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7241526" y="9733049"/>
            <a:ext cx="734412" cy="651412"/>
          </a:xfrm>
          <a:prstGeom prst="rect">
            <a:avLst/>
          </a:prstGeom>
        </p:spPr>
      </p:pic>
      <p:pic>
        <p:nvPicPr>
          <p:cNvPr id="39" name="Object 38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2837746" y="4378180"/>
            <a:ext cx="4831900" cy="2378338"/>
          </a:xfrm>
          <a:prstGeom prst="rect">
            <a:avLst/>
          </a:prstGeom>
        </p:spPr>
      </p:pic>
      <p:grpSp>
        <p:nvGrpSpPr>
          <p:cNvPr id="1013" name="그룹 1013"/>
          <p:cNvGrpSpPr/>
          <p:nvPr/>
        </p:nvGrpSpPr>
        <p:grpSpPr>
          <a:xfrm>
            <a:off x="1262370" y="2942261"/>
            <a:ext cx="16499440" cy="6339474"/>
            <a:chOff x="1262370" y="2942261"/>
            <a:chExt cx="16499440" cy="6339474"/>
          </a:xfrm>
        </p:grpSpPr>
        <p:pic>
          <p:nvPicPr>
            <p:cNvPr id="41" name="Object 40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262370" y="2942261"/>
              <a:ext cx="16499440" cy="6339474"/>
            </a:xfrm>
            <a:prstGeom prst="rect">
              <a:avLst/>
            </a:prstGeom>
          </p:spPr>
        </p:pic>
      </p:grpSp>
      <p:grpSp>
        <p:nvGrpSpPr>
          <p:cNvPr id="1014" name="그룹 1014"/>
          <p:cNvGrpSpPr/>
          <p:nvPr/>
        </p:nvGrpSpPr>
        <p:grpSpPr>
          <a:xfrm>
            <a:off x="4883965" y="2656547"/>
            <a:ext cx="8263597" cy="840836"/>
            <a:chOff x="4883965" y="2656547"/>
            <a:chExt cx="8263597" cy="840836"/>
          </a:xfrm>
        </p:grpSpPr>
        <p:pic>
          <p:nvPicPr>
            <p:cNvPr id="44" name="Object 43"/>
            <p:cNvPicPr>
              <a:picLocks noChangeAspect="1"/>
            </p:cNvPicPr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883965" y="2656547"/>
              <a:ext cx="8263597" cy="840836"/>
            </a:xfrm>
            <a:prstGeom prst="rect">
              <a:avLst/>
            </a:prstGeom>
          </p:spPr>
        </p:pic>
      </p:grpSp>
      <p:pic>
        <p:nvPicPr>
          <p:cNvPr id="46" name="Object 45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7053746" y="2601380"/>
            <a:ext cx="4255094" cy="1207917"/>
          </a:xfrm>
          <a:prstGeom prst="rect">
            <a:avLst/>
          </a:prstGeom>
        </p:spPr>
      </p:pic>
      <p:grpSp>
        <p:nvGrpSpPr>
          <p:cNvPr id="1015" name="그룹 1015"/>
          <p:cNvGrpSpPr/>
          <p:nvPr/>
        </p:nvGrpSpPr>
        <p:grpSpPr>
          <a:xfrm>
            <a:off x="18097263" y="0"/>
            <a:ext cx="188451" cy="1566667"/>
            <a:chOff x="18097263" y="0"/>
            <a:chExt cx="188451" cy="1566667"/>
          </a:xfrm>
        </p:grpSpPr>
        <p:pic>
          <p:nvPicPr>
            <p:cNvPr id="48" name="Object 47"/>
            <p:cNvPicPr>
              <a:picLocks noChangeAspect="1"/>
            </p:cNvPicPr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8097263" y="0"/>
              <a:ext cx="188451" cy="1566667"/>
            </a:xfrm>
            <a:prstGeom prst="rect">
              <a:avLst/>
            </a:prstGeom>
          </p:spPr>
        </p:pic>
      </p:grpSp>
      <p:grpSp>
        <p:nvGrpSpPr>
          <p:cNvPr id="1016" name="그룹 1016"/>
          <p:cNvGrpSpPr/>
          <p:nvPr/>
        </p:nvGrpSpPr>
        <p:grpSpPr>
          <a:xfrm>
            <a:off x="174362" y="925620"/>
            <a:ext cx="368628" cy="363096"/>
            <a:chOff x="174362" y="925620"/>
            <a:chExt cx="368628" cy="363096"/>
          </a:xfrm>
        </p:grpSpPr>
        <p:pic>
          <p:nvPicPr>
            <p:cNvPr id="51" name="Object 50"/>
            <p:cNvPicPr>
              <a:picLocks noChangeAspect="1"/>
            </p:cNvPicPr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74362" y="925620"/>
              <a:ext cx="368628" cy="363096"/>
            </a:xfrm>
            <a:prstGeom prst="rect">
              <a:avLst/>
            </a:prstGeom>
          </p:spPr>
        </p:pic>
      </p:grpSp>
      <p:grpSp>
        <p:nvGrpSpPr>
          <p:cNvPr id="1017" name="그룹 1017"/>
          <p:cNvGrpSpPr/>
          <p:nvPr/>
        </p:nvGrpSpPr>
        <p:grpSpPr>
          <a:xfrm>
            <a:off x="2736655" y="4452542"/>
            <a:ext cx="4294620" cy="4294620"/>
            <a:chOff x="2736655" y="4452542"/>
            <a:chExt cx="4294620" cy="4294620"/>
          </a:xfrm>
        </p:grpSpPr>
        <p:pic>
          <p:nvPicPr>
            <p:cNvPr id="54" name="Object 53"/>
            <p:cNvPicPr>
              <a:picLocks noChangeAspect="1"/>
            </p:cNvPicPr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736655" y="4452542"/>
              <a:ext cx="4294620" cy="4294620"/>
            </a:xfrm>
            <a:prstGeom prst="rect">
              <a:avLst/>
            </a:prstGeom>
          </p:spPr>
        </p:pic>
      </p:grpSp>
      <p:grpSp>
        <p:nvGrpSpPr>
          <p:cNvPr id="1018" name="그룹 1018"/>
          <p:cNvGrpSpPr/>
          <p:nvPr/>
        </p:nvGrpSpPr>
        <p:grpSpPr>
          <a:xfrm>
            <a:off x="12407231" y="5299871"/>
            <a:ext cx="2726102" cy="2726102"/>
            <a:chOff x="12407231" y="5299871"/>
            <a:chExt cx="2726102" cy="2726102"/>
          </a:xfrm>
        </p:grpSpPr>
        <p:pic>
          <p:nvPicPr>
            <p:cNvPr id="57" name="Object 56"/>
            <p:cNvPicPr>
              <a:picLocks noChangeAspect="1"/>
            </p:cNvPicPr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2407231" y="5299871"/>
              <a:ext cx="2726102" cy="2726102"/>
            </a:xfrm>
            <a:prstGeom prst="rect">
              <a:avLst/>
            </a:prstGeom>
          </p:spPr>
        </p:pic>
      </p:grpSp>
      <p:pic>
        <p:nvPicPr>
          <p:cNvPr id="59" name="Object 58"/>
          <p:cNvPicPr>
            <a:picLocks noChangeAspect="1"/>
          </p:cNvPicPr>
          <p:nvPr/>
        </p:nvPicPr>
        <p:blipFill>
          <a:blip r:embed="rId22" cstate="print"/>
          <a:stretch>
            <a:fillRect/>
          </a:stretch>
        </p:blipFill>
        <p:spPr>
          <a:xfrm>
            <a:off x="4559625" y="-52349"/>
            <a:ext cx="10651307" cy="2411440"/>
          </a:xfrm>
          <a:prstGeom prst="rect">
            <a:avLst/>
          </a:prstGeom>
        </p:spPr>
      </p:pic>
      <p:pic>
        <p:nvPicPr>
          <p:cNvPr id="60" name="Object 59"/>
          <p:cNvPicPr>
            <a:picLocks noChangeAspect="1"/>
          </p:cNvPicPr>
          <p:nvPr/>
        </p:nvPicPr>
        <p:blipFill>
          <a:blip r:embed="rId23" cstate="print"/>
          <a:stretch>
            <a:fillRect/>
          </a:stretch>
        </p:blipFill>
        <p:spPr>
          <a:xfrm>
            <a:off x="8508034" y="5815998"/>
            <a:ext cx="1488198" cy="133387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679365" y="1603379"/>
            <a:ext cx="17620637" cy="8116633"/>
            <a:chOff x="679365" y="1603379"/>
            <a:chExt cx="17620637" cy="8116633"/>
          </a:xfrm>
        </p:grpSpPr>
        <p:grpSp>
          <p:nvGrpSpPr>
            <p:cNvPr id="1002" name="그룹 1002"/>
            <p:cNvGrpSpPr/>
            <p:nvPr/>
          </p:nvGrpSpPr>
          <p:grpSpPr>
            <a:xfrm>
              <a:off x="688550" y="1603379"/>
              <a:ext cx="17611452" cy="21429"/>
              <a:chOff x="688550" y="1603379"/>
              <a:chExt cx="17611452" cy="21429"/>
            </a:xfrm>
          </p:grpSpPr>
          <p:pic>
            <p:nvPicPr>
              <p:cNvPr id="4" name="Object 3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688550" y="1603379"/>
                <a:ext cx="17611452" cy="21429"/>
              </a:xfrm>
              <a:prstGeom prst="rect">
                <a:avLst/>
              </a:prstGeom>
            </p:spPr>
          </p:pic>
        </p:grpSp>
        <p:grpSp>
          <p:nvGrpSpPr>
            <p:cNvPr id="1003" name="그룹 1003"/>
            <p:cNvGrpSpPr/>
            <p:nvPr/>
          </p:nvGrpSpPr>
          <p:grpSpPr>
            <a:xfrm>
              <a:off x="679365" y="9698584"/>
              <a:ext cx="17606349" cy="21429"/>
              <a:chOff x="679365" y="9698584"/>
              <a:chExt cx="17606349" cy="21429"/>
            </a:xfrm>
          </p:grpSpPr>
          <p:pic>
            <p:nvPicPr>
              <p:cNvPr id="7" name="Object 6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679365" y="9698584"/>
                <a:ext cx="17606349" cy="21429"/>
              </a:xfrm>
              <a:prstGeom prst="rect">
                <a:avLst/>
              </a:prstGeom>
            </p:spPr>
          </p:pic>
        </p:grpSp>
      </p:grpSp>
      <p:grpSp>
        <p:nvGrpSpPr>
          <p:cNvPr id="1004" name="그룹 1004"/>
          <p:cNvGrpSpPr/>
          <p:nvPr/>
        </p:nvGrpSpPr>
        <p:grpSpPr>
          <a:xfrm>
            <a:off x="5412571" y="382738"/>
            <a:ext cx="8154233" cy="1719412"/>
            <a:chOff x="5412571" y="382738"/>
            <a:chExt cx="8154233" cy="1719412"/>
          </a:xfrm>
        </p:grpSpPr>
        <p:pic>
          <p:nvPicPr>
            <p:cNvPr id="11" name="Object 10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56359" y="5764"/>
              <a:ext cx="9580678" cy="2422964"/>
            </a:xfrm>
            <a:prstGeom prst="rect">
              <a:avLst/>
            </a:prstGeom>
          </p:spPr>
        </p:pic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-9283840" y="-2189317"/>
              <a:ext cx="16520594" cy="4382899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0" y="0"/>
            <a:ext cx="691582" cy="10285714"/>
            <a:chOff x="0" y="0"/>
            <a:chExt cx="691582" cy="10285714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0"/>
              <a:ext cx="691582" cy="10285714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111223" y="2102150"/>
            <a:ext cx="551788" cy="551788"/>
            <a:chOff x="111223" y="2102150"/>
            <a:chExt cx="551788" cy="551788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1223" y="2102150"/>
              <a:ext cx="551788" cy="551788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38095" y="3313196"/>
            <a:ext cx="630575" cy="630575"/>
            <a:chOff x="38095" y="3313196"/>
            <a:chExt cx="630575" cy="630575"/>
          </a:xfrm>
        </p:grpSpPr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8095" y="3313196"/>
              <a:ext cx="630575" cy="630575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86332" y="4702445"/>
            <a:ext cx="518919" cy="518919"/>
            <a:chOff x="86332" y="4702445"/>
            <a:chExt cx="518919" cy="518919"/>
          </a:xfrm>
        </p:grpSpPr>
        <p:pic>
          <p:nvPicPr>
            <p:cNvPr id="24" name="Object 23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332" y="4702445"/>
              <a:ext cx="518919" cy="518919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62718" y="5970989"/>
            <a:ext cx="628864" cy="628864"/>
            <a:chOff x="62718" y="5970989"/>
            <a:chExt cx="628864" cy="628864"/>
          </a:xfrm>
        </p:grpSpPr>
        <p:pic>
          <p:nvPicPr>
            <p:cNvPr id="27" name="Object 26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2718" y="5970989"/>
              <a:ext cx="628864" cy="628864"/>
            </a:xfrm>
            <a:prstGeom prst="rect">
              <a:avLst/>
            </a:prstGeom>
          </p:spPr>
        </p:pic>
      </p:grpSp>
      <p:grpSp>
        <p:nvGrpSpPr>
          <p:cNvPr id="1010" name="그룹 1010"/>
          <p:cNvGrpSpPr/>
          <p:nvPr/>
        </p:nvGrpSpPr>
        <p:grpSpPr>
          <a:xfrm>
            <a:off x="69190" y="7366755"/>
            <a:ext cx="622391" cy="622391"/>
            <a:chOff x="69190" y="7366755"/>
            <a:chExt cx="622391" cy="622391"/>
          </a:xfrm>
        </p:grpSpPr>
        <p:pic>
          <p:nvPicPr>
            <p:cNvPr id="30" name="Object 29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9190" y="7366755"/>
              <a:ext cx="622391" cy="622391"/>
            </a:xfrm>
            <a:prstGeom prst="rect">
              <a:avLst/>
            </a:prstGeom>
          </p:spPr>
        </p:pic>
      </p:grpSp>
      <p:grpSp>
        <p:nvGrpSpPr>
          <p:cNvPr id="1011" name="그룹 1011"/>
          <p:cNvGrpSpPr/>
          <p:nvPr/>
        </p:nvGrpSpPr>
        <p:grpSpPr>
          <a:xfrm>
            <a:off x="74015" y="8751421"/>
            <a:ext cx="543552" cy="543552"/>
            <a:chOff x="74015" y="8751421"/>
            <a:chExt cx="543552" cy="543552"/>
          </a:xfrm>
        </p:grpSpPr>
        <p:pic>
          <p:nvPicPr>
            <p:cNvPr id="33" name="Object 32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4015" y="8751421"/>
              <a:ext cx="543552" cy="543552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152832" y="7260675"/>
            <a:ext cx="1109538" cy="962916"/>
            <a:chOff x="152832" y="7260675"/>
            <a:chExt cx="1109538" cy="962916"/>
          </a:xfrm>
        </p:grpSpPr>
        <p:pic>
          <p:nvPicPr>
            <p:cNvPr id="36" name="Object 35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52832" y="7260675"/>
              <a:ext cx="1109538" cy="962916"/>
            </a:xfrm>
            <a:prstGeom prst="rect">
              <a:avLst/>
            </a:prstGeom>
          </p:spPr>
        </p:pic>
      </p:grpSp>
      <p:grpSp>
        <p:nvGrpSpPr>
          <p:cNvPr id="1013" name="그룹 1013"/>
          <p:cNvGrpSpPr/>
          <p:nvPr/>
        </p:nvGrpSpPr>
        <p:grpSpPr>
          <a:xfrm>
            <a:off x="172048" y="7479136"/>
            <a:ext cx="553773" cy="553773"/>
            <a:chOff x="172048" y="7479136"/>
            <a:chExt cx="553773" cy="553773"/>
          </a:xfrm>
        </p:grpSpPr>
        <p:pic>
          <p:nvPicPr>
            <p:cNvPr id="39" name="Object 38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72048" y="7479136"/>
              <a:ext cx="553773" cy="553773"/>
            </a:xfrm>
            <a:prstGeom prst="rect">
              <a:avLst/>
            </a:prstGeom>
          </p:spPr>
        </p:pic>
      </p:grpSp>
      <p:pic>
        <p:nvPicPr>
          <p:cNvPr id="42" name="Object 41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16957697" y="9733049"/>
            <a:ext cx="1167126" cy="651412"/>
          </a:xfrm>
          <a:prstGeom prst="rect">
            <a:avLst/>
          </a:prstGeom>
        </p:spPr>
      </p:pic>
      <p:grpSp>
        <p:nvGrpSpPr>
          <p:cNvPr id="1014" name="그룹 1014"/>
          <p:cNvGrpSpPr/>
          <p:nvPr/>
        </p:nvGrpSpPr>
        <p:grpSpPr>
          <a:xfrm>
            <a:off x="18097263" y="0"/>
            <a:ext cx="188451" cy="1566667"/>
            <a:chOff x="18097263" y="0"/>
            <a:chExt cx="188451" cy="1566667"/>
          </a:xfrm>
        </p:grpSpPr>
        <p:pic>
          <p:nvPicPr>
            <p:cNvPr id="44" name="Object 43"/>
            <p:cNvPicPr>
              <a:picLocks noChangeAspect="1"/>
            </p:cNvPicPr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8097263" y="0"/>
              <a:ext cx="188451" cy="1566667"/>
            </a:xfrm>
            <a:prstGeom prst="rect">
              <a:avLst/>
            </a:prstGeom>
          </p:spPr>
        </p:pic>
      </p:grpSp>
      <p:grpSp>
        <p:nvGrpSpPr>
          <p:cNvPr id="1015" name="그룹 1015"/>
          <p:cNvGrpSpPr/>
          <p:nvPr/>
        </p:nvGrpSpPr>
        <p:grpSpPr>
          <a:xfrm>
            <a:off x="1556650" y="2260302"/>
            <a:ext cx="15914731" cy="1777202"/>
            <a:chOff x="1556650" y="2260302"/>
            <a:chExt cx="15914731" cy="1777202"/>
          </a:xfrm>
        </p:grpSpPr>
        <p:pic>
          <p:nvPicPr>
            <p:cNvPr id="47" name="Object 46"/>
            <p:cNvPicPr>
              <a:picLocks noChangeAspect="1"/>
            </p:cNvPicPr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556650" y="2260302"/>
              <a:ext cx="15914731" cy="1777202"/>
            </a:xfrm>
            <a:prstGeom prst="rect">
              <a:avLst/>
            </a:prstGeom>
          </p:spPr>
        </p:pic>
      </p:grpSp>
      <p:grpSp>
        <p:nvGrpSpPr>
          <p:cNvPr id="1016" name="그룹 1016"/>
          <p:cNvGrpSpPr/>
          <p:nvPr/>
        </p:nvGrpSpPr>
        <p:grpSpPr>
          <a:xfrm>
            <a:off x="174362" y="925620"/>
            <a:ext cx="368628" cy="363096"/>
            <a:chOff x="174362" y="925620"/>
            <a:chExt cx="368628" cy="363096"/>
          </a:xfrm>
        </p:grpSpPr>
        <p:pic>
          <p:nvPicPr>
            <p:cNvPr id="50" name="Object 49"/>
            <p:cNvPicPr>
              <a:picLocks noChangeAspect="1"/>
            </p:cNvPicPr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74362" y="925620"/>
              <a:ext cx="368628" cy="363096"/>
            </a:xfrm>
            <a:prstGeom prst="rect">
              <a:avLst/>
            </a:prstGeom>
          </p:spPr>
        </p:pic>
      </p:grpSp>
      <p:grpSp>
        <p:nvGrpSpPr>
          <p:cNvPr id="1017" name="그룹 1017"/>
          <p:cNvGrpSpPr/>
          <p:nvPr/>
        </p:nvGrpSpPr>
        <p:grpSpPr>
          <a:xfrm>
            <a:off x="1556650" y="4961905"/>
            <a:ext cx="15914731" cy="1717689"/>
            <a:chOff x="1556650" y="4961905"/>
            <a:chExt cx="15914731" cy="1717689"/>
          </a:xfrm>
        </p:grpSpPr>
        <p:pic>
          <p:nvPicPr>
            <p:cNvPr id="53" name="Object 52"/>
            <p:cNvPicPr>
              <a:picLocks noChangeAspect="1"/>
            </p:cNvPicPr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556650" y="4961905"/>
              <a:ext cx="15914731" cy="1717689"/>
            </a:xfrm>
            <a:prstGeom prst="rect">
              <a:avLst/>
            </a:prstGeom>
          </p:spPr>
        </p:pic>
      </p:grpSp>
      <p:pic>
        <p:nvPicPr>
          <p:cNvPr id="55" name="Object 54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1105107" y="2728428"/>
            <a:ext cx="4089117" cy="1012335"/>
          </a:xfrm>
          <a:prstGeom prst="rect">
            <a:avLst/>
          </a:prstGeom>
        </p:spPr>
      </p:pic>
      <p:pic>
        <p:nvPicPr>
          <p:cNvPr id="56" name="Object 55"/>
          <p:cNvPicPr>
            <a:picLocks noChangeAspect="1"/>
          </p:cNvPicPr>
          <p:nvPr/>
        </p:nvPicPr>
        <p:blipFill>
          <a:blip r:embed="rId21" cstate="print"/>
          <a:stretch>
            <a:fillRect/>
          </a:stretch>
        </p:blipFill>
        <p:spPr>
          <a:xfrm>
            <a:off x="5240143" y="2442162"/>
            <a:ext cx="12334971" cy="1733324"/>
          </a:xfrm>
          <a:prstGeom prst="rect">
            <a:avLst/>
          </a:prstGeom>
        </p:spPr>
      </p:pic>
      <p:pic>
        <p:nvPicPr>
          <p:cNvPr id="57" name="Object 56"/>
          <p:cNvPicPr>
            <a:picLocks noChangeAspect="1"/>
          </p:cNvPicPr>
          <p:nvPr/>
        </p:nvPicPr>
        <p:blipFill>
          <a:blip r:embed="rId22" cstate="print"/>
          <a:stretch>
            <a:fillRect/>
          </a:stretch>
        </p:blipFill>
        <p:spPr>
          <a:xfrm>
            <a:off x="1497438" y="6741086"/>
            <a:ext cx="5064467" cy="1285705"/>
          </a:xfrm>
          <a:prstGeom prst="rect">
            <a:avLst/>
          </a:prstGeom>
        </p:spPr>
      </p:pic>
      <p:pic>
        <p:nvPicPr>
          <p:cNvPr id="58" name="Object 57"/>
          <p:cNvPicPr>
            <a:picLocks noChangeAspect="1"/>
          </p:cNvPicPr>
          <p:nvPr/>
        </p:nvPicPr>
        <p:blipFill>
          <a:blip r:embed="rId23" cstate="print"/>
          <a:stretch>
            <a:fillRect/>
          </a:stretch>
        </p:blipFill>
        <p:spPr>
          <a:xfrm>
            <a:off x="1449317" y="7999552"/>
            <a:ext cx="15175162" cy="86649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679365" y="1603379"/>
            <a:ext cx="17620637" cy="8116633"/>
            <a:chOff x="679365" y="1603379"/>
            <a:chExt cx="17620637" cy="8116633"/>
          </a:xfrm>
        </p:grpSpPr>
        <p:grpSp>
          <p:nvGrpSpPr>
            <p:cNvPr id="1002" name="그룹 1002"/>
            <p:cNvGrpSpPr/>
            <p:nvPr/>
          </p:nvGrpSpPr>
          <p:grpSpPr>
            <a:xfrm>
              <a:off x="688550" y="1603379"/>
              <a:ext cx="17611452" cy="21429"/>
              <a:chOff x="688550" y="1603379"/>
              <a:chExt cx="17611452" cy="21429"/>
            </a:xfrm>
          </p:grpSpPr>
          <p:pic>
            <p:nvPicPr>
              <p:cNvPr id="4" name="Object 3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688550" y="1603379"/>
                <a:ext cx="17611452" cy="21429"/>
              </a:xfrm>
              <a:prstGeom prst="rect">
                <a:avLst/>
              </a:prstGeom>
            </p:spPr>
          </p:pic>
        </p:grpSp>
        <p:grpSp>
          <p:nvGrpSpPr>
            <p:cNvPr id="1003" name="그룹 1003"/>
            <p:cNvGrpSpPr/>
            <p:nvPr/>
          </p:nvGrpSpPr>
          <p:grpSpPr>
            <a:xfrm>
              <a:off x="679365" y="9698584"/>
              <a:ext cx="17606349" cy="21429"/>
              <a:chOff x="679365" y="9698584"/>
              <a:chExt cx="17606349" cy="21429"/>
            </a:xfrm>
          </p:grpSpPr>
          <p:pic>
            <p:nvPicPr>
              <p:cNvPr id="7" name="Object 6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679365" y="9698584"/>
                <a:ext cx="17606349" cy="21429"/>
              </a:xfrm>
              <a:prstGeom prst="rect">
                <a:avLst/>
              </a:prstGeom>
            </p:spPr>
          </p:pic>
        </p:grpSp>
      </p:grpSp>
      <p:grpSp>
        <p:nvGrpSpPr>
          <p:cNvPr id="1004" name="그룹 1004"/>
          <p:cNvGrpSpPr/>
          <p:nvPr/>
        </p:nvGrpSpPr>
        <p:grpSpPr>
          <a:xfrm>
            <a:off x="5412571" y="382738"/>
            <a:ext cx="8154233" cy="1719412"/>
            <a:chOff x="5412571" y="382738"/>
            <a:chExt cx="8154233" cy="1719412"/>
          </a:xfrm>
        </p:grpSpPr>
        <p:pic>
          <p:nvPicPr>
            <p:cNvPr id="11" name="Object 10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56359" y="5764"/>
              <a:ext cx="9580678" cy="2422964"/>
            </a:xfrm>
            <a:prstGeom prst="rect">
              <a:avLst/>
            </a:prstGeom>
          </p:spPr>
        </p:pic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-9283840" y="-2189317"/>
              <a:ext cx="16520594" cy="4382899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0" y="0"/>
            <a:ext cx="691582" cy="10285714"/>
            <a:chOff x="0" y="0"/>
            <a:chExt cx="691582" cy="10285714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0"/>
              <a:ext cx="691582" cy="10285714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111223" y="2102150"/>
            <a:ext cx="551788" cy="551788"/>
            <a:chOff x="111223" y="2102150"/>
            <a:chExt cx="551788" cy="551788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1223" y="2102150"/>
              <a:ext cx="551788" cy="551788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38095" y="3313196"/>
            <a:ext cx="630575" cy="630575"/>
            <a:chOff x="38095" y="3313196"/>
            <a:chExt cx="630575" cy="630575"/>
          </a:xfrm>
        </p:grpSpPr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8095" y="3313196"/>
              <a:ext cx="630575" cy="630575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86332" y="4702445"/>
            <a:ext cx="518919" cy="518919"/>
            <a:chOff x="86332" y="4702445"/>
            <a:chExt cx="518919" cy="518919"/>
          </a:xfrm>
        </p:grpSpPr>
        <p:pic>
          <p:nvPicPr>
            <p:cNvPr id="24" name="Object 23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332" y="4702445"/>
              <a:ext cx="518919" cy="518919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62718" y="5970989"/>
            <a:ext cx="628864" cy="628864"/>
            <a:chOff x="62718" y="5970989"/>
            <a:chExt cx="628864" cy="628864"/>
          </a:xfrm>
        </p:grpSpPr>
        <p:pic>
          <p:nvPicPr>
            <p:cNvPr id="27" name="Object 26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2718" y="5970989"/>
              <a:ext cx="628864" cy="628864"/>
            </a:xfrm>
            <a:prstGeom prst="rect">
              <a:avLst/>
            </a:prstGeom>
          </p:spPr>
        </p:pic>
      </p:grpSp>
      <p:grpSp>
        <p:nvGrpSpPr>
          <p:cNvPr id="1010" name="그룹 1010"/>
          <p:cNvGrpSpPr/>
          <p:nvPr/>
        </p:nvGrpSpPr>
        <p:grpSpPr>
          <a:xfrm>
            <a:off x="69190" y="7366755"/>
            <a:ext cx="622391" cy="622391"/>
            <a:chOff x="69190" y="7366755"/>
            <a:chExt cx="622391" cy="622391"/>
          </a:xfrm>
        </p:grpSpPr>
        <p:pic>
          <p:nvPicPr>
            <p:cNvPr id="30" name="Object 29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9190" y="7366755"/>
              <a:ext cx="622391" cy="622391"/>
            </a:xfrm>
            <a:prstGeom prst="rect">
              <a:avLst/>
            </a:prstGeom>
          </p:spPr>
        </p:pic>
      </p:grpSp>
      <p:grpSp>
        <p:nvGrpSpPr>
          <p:cNvPr id="1011" name="그룹 1011"/>
          <p:cNvGrpSpPr/>
          <p:nvPr/>
        </p:nvGrpSpPr>
        <p:grpSpPr>
          <a:xfrm>
            <a:off x="74015" y="8751421"/>
            <a:ext cx="543552" cy="543552"/>
            <a:chOff x="74015" y="8751421"/>
            <a:chExt cx="543552" cy="543552"/>
          </a:xfrm>
        </p:grpSpPr>
        <p:pic>
          <p:nvPicPr>
            <p:cNvPr id="33" name="Object 32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4015" y="8751421"/>
              <a:ext cx="543552" cy="543552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152832" y="7260675"/>
            <a:ext cx="1109538" cy="962916"/>
            <a:chOff x="152832" y="7260675"/>
            <a:chExt cx="1109538" cy="962916"/>
          </a:xfrm>
        </p:grpSpPr>
        <p:pic>
          <p:nvPicPr>
            <p:cNvPr id="36" name="Object 35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52832" y="7260675"/>
              <a:ext cx="1109538" cy="962916"/>
            </a:xfrm>
            <a:prstGeom prst="rect">
              <a:avLst/>
            </a:prstGeom>
          </p:spPr>
        </p:pic>
      </p:grpSp>
      <p:grpSp>
        <p:nvGrpSpPr>
          <p:cNvPr id="1013" name="그룹 1013"/>
          <p:cNvGrpSpPr/>
          <p:nvPr/>
        </p:nvGrpSpPr>
        <p:grpSpPr>
          <a:xfrm>
            <a:off x="172048" y="7479136"/>
            <a:ext cx="553773" cy="553773"/>
            <a:chOff x="172048" y="7479136"/>
            <a:chExt cx="553773" cy="553773"/>
          </a:xfrm>
        </p:grpSpPr>
        <p:pic>
          <p:nvPicPr>
            <p:cNvPr id="39" name="Object 38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72048" y="7479136"/>
              <a:ext cx="553773" cy="553773"/>
            </a:xfrm>
            <a:prstGeom prst="rect">
              <a:avLst/>
            </a:prstGeom>
          </p:spPr>
        </p:pic>
      </p:grpSp>
      <p:pic>
        <p:nvPicPr>
          <p:cNvPr id="42" name="Object 41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16957697" y="9733049"/>
            <a:ext cx="1167126" cy="651412"/>
          </a:xfrm>
          <a:prstGeom prst="rect">
            <a:avLst/>
          </a:prstGeom>
        </p:spPr>
      </p:pic>
      <p:grpSp>
        <p:nvGrpSpPr>
          <p:cNvPr id="1014" name="그룹 1014"/>
          <p:cNvGrpSpPr/>
          <p:nvPr/>
        </p:nvGrpSpPr>
        <p:grpSpPr>
          <a:xfrm>
            <a:off x="18097263" y="0"/>
            <a:ext cx="188451" cy="1566667"/>
            <a:chOff x="18097263" y="0"/>
            <a:chExt cx="188451" cy="1566667"/>
          </a:xfrm>
        </p:grpSpPr>
        <p:pic>
          <p:nvPicPr>
            <p:cNvPr id="44" name="Object 43"/>
            <p:cNvPicPr>
              <a:picLocks noChangeAspect="1"/>
            </p:cNvPicPr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8097263" y="0"/>
              <a:ext cx="188451" cy="1566667"/>
            </a:xfrm>
            <a:prstGeom prst="rect">
              <a:avLst/>
            </a:prstGeom>
          </p:spPr>
        </p:pic>
      </p:grpSp>
      <p:grpSp>
        <p:nvGrpSpPr>
          <p:cNvPr id="1015" name="그룹 1015"/>
          <p:cNvGrpSpPr/>
          <p:nvPr/>
        </p:nvGrpSpPr>
        <p:grpSpPr>
          <a:xfrm>
            <a:off x="1556650" y="2260302"/>
            <a:ext cx="15914731" cy="1777202"/>
            <a:chOff x="1556650" y="2260302"/>
            <a:chExt cx="15914731" cy="1777202"/>
          </a:xfrm>
        </p:grpSpPr>
        <p:pic>
          <p:nvPicPr>
            <p:cNvPr id="47" name="Object 46"/>
            <p:cNvPicPr>
              <a:picLocks noChangeAspect="1"/>
            </p:cNvPicPr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556650" y="2260302"/>
              <a:ext cx="15914731" cy="1777202"/>
            </a:xfrm>
            <a:prstGeom prst="rect">
              <a:avLst/>
            </a:prstGeom>
          </p:spPr>
        </p:pic>
      </p:grpSp>
      <p:grpSp>
        <p:nvGrpSpPr>
          <p:cNvPr id="1016" name="그룹 1016"/>
          <p:cNvGrpSpPr/>
          <p:nvPr/>
        </p:nvGrpSpPr>
        <p:grpSpPr>
          <a:xfrm>
            <a:off x="174362" y="925620"/>
            <a:ext cx="368628" cy="363096"/>
            <a:chOff x="174362" y="925620"/>
            <a:chExt cx="368628" cy="363096"/>
          </a:xfrm>
        </p:grpSpPr>
        <p:pic>
          <p:nvPicPr>
            <p:cNvPr id="50" name="Object 49"/>
            <p:cNvPicPr>
              <a:picLocks noChangeAspect="1"/>
            </p:cNvPicPr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74362" y="925620"/>
              <a:ext cx="368628" cy="363096"/>
            </a:xfrm>
            <a:prstGeom prst="rect">
              <a:avLst/>
            </a:prstGeom>
          </p:spPr>
        </p:pic>
      </p:grpSp>
      <p:grpSp>
        <p:nvGrpSpPr>
          <p:cNvPr id="1017" name="그룹 1017"/>
          <p:cNvGrpSpPr/>
          <p:nvPr/>
        </p:nvGrpSpPr>
        <p:grpSpPr>
          <a:xfrm>
            <a:off x="1969150" y="4596747"/>
            <a:ext cx="5833955" cy="4698226"/>
            <a:chOff x="1969150" y="4596747"/>
            <a:chExt cx="5833955" cy="4698226"/>
          </a:xfrm>
        </p:grpSpPr>
        <p:pic>
          <p:nvPicPr>
            <p:cNvPr id="53" name="Object 52"/>
            <p:cNvPicPr>
              <a:picLocks noChangeAspect="1"/>
            </p:cNvPicPr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969150" y="4596747"/>
              <a:ext cx="5833955" cy="4698226"/>
            </a:xfrm>
            <a:prstGeom prst="rect">
              <a:avLst/>
            </a:prstGeom>
          </p:spPr>
        </p:pic>
      </p:grpSp>
      <p:grpSp>
        <p:nvGrpSpPr>
          <p:cNvPr id="1018" name="그룹 1018"/>
          <p:cNvGrpSpPr/>
          <p:nvPr/>
        </p:nvGrpSpPr>
        <p:grpSpPr>
          <a:xfrm>
            <a:off x="8896265" y="7194799"/>
            <a:ext cx="4141831" cy="2076493"/>
            <a:chOff x="8896265" y="7194799"/>
            <a:chExt cx="4141831" cy="2076493"/>
          </a:xfrm>
        </p:grpSpPr>
        <p:pic>
          <p:nvPicPr>
            <p:cNvPr id="56" name="Object 55"/>
            <p:cNvPicPr>
              <a:picLocks noChangeAspect="1"/>
            </p:cNvPicPr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896265" y="7194799"/>
              <a:ext cx="4141831" cy="2076493"/>
            </a:xfrm>
            <a:prstGeom prst="rect">
              <a:avLst/>
            </a:prstGeom>
          </p:spPr>
        </p:pic>
      </p:grpSp>
      <p:pic>
        <p:nvPicPr>
          <p:cNvPr id="58" name="Object 57"/>
          <p:cNvPicPr>
            <a:picLocks noChangeAspect="1"/>
          </p:cNvPicPr>
          <p:nvPr/>
        </p:nvPicPr>
        <p:blipFill>
          <a:blip r:embed="rId21" cstate="print"/>
          <a:stretch>
            <a:fillRect/>
          </a:stretch>
        </p:blipFill>
        <p:spPr>
          <a:xfrm>
            <a:off x="604328" y="2707281"/>
            <a:ext cx="4599830" cy="968906"/>
          </a:xfrm>
          <a:prstGeom prst="rect">
            <a:avLst/>
          </a:prstGeom>
        </p:spPr>
      </p:pic>
      <p:pic>
        <p:nvPicPr>
          <p:cNvPr id="59" name="Object 58"/>
          <p:cNvPicPr>
            <a:picLocks noChangeAspect="1"/>
          </p:cNvPicPr>
          <p:nvPr/>
        </p:nvPicPr>
        <p:blipFill>
          <a:blip r:embed="rId22" cstate="print"/>
          <a:stretch>
            <a:fillRect/>
          </a:stretch>
        </p:blipFill>
        <p:spPr>
          <a:xfrm>
            <a:off x="5375988" y="2581370"/>
            <a:ext cx="8954829" cy="1285705"/>
          </a:xfrm>
          <a:prstGeom prst="rect">
            <a:avLst/>
          </a:prstGeom>
        </p:spPr>
      </p:pic>
      <p:pic>
        <p:nvPicPr>
          <p:cNvPr id="60" name="Object 59"/>
          <p:cNvPicPr>
            <a:picLocks noChangeAspect="1"/>
          </p:cNvPicPr>
          <p:nvPr/>
        </p:nvPicPr>
        <p:blipFill>
          <a:blip r:embed="rId23" cstate="print"/>
          <a:stretch>
            <a:fillRect/>
          </a:stretch>
        </p:blipFill>
        <p:spPr>
          <a:xfrm>
            <a:off x="8321300" y="4575464"/>
            <a:ext cx="8681276" cy="2546019"/>
          </a:xfrm>
          <a:prstGeom prst="rect">
            <a:avLst/>
          </a:prstGeom>
        </p:spPr>
      </p:pic>
      <p:pic>
        <p:nvPicPr>
          <p:cNvPr id="61" name="Object 60"/>
          <p:cNvPicPr>
            <a:picLocks noChangeAspect="1"/>
          </p:cNvPicPr>
          <p:nvPr/>
        </p:nvPicPr>
        <p:blipFill>
          <a:blip r:embed="rId24" cstate="print"/>
          <a:stretch>
            <a:fillRect/>
          </a:stretch>
        </p:blipFill>
        <p:spPr>
          <a:xfrm>
            <a:off x="2012651" y="9320127"/>
            <a:ext cx="5949922" cy="596760"/>
          </a:xfrm>
          <a:prstGeom prst="rect">
            <a:avLst/>
          </a:prstGeom>
        </p:spPr>
      </p:pic>
      <p:pic>
        <p:nvPicPr>
          <p:cNvPr id="62" name="Object 61"/>
          <p:cNvPicPr>
            <a:picLocks noChangeAspect="1"/>
          </p:cNvPicPr>
          <p:nvPr/>
        </p:nvPicPr>
        <p:blipFill>
          <a:blip r:embed="rId25" cstate="print"/>
          <a:stretch>
            <a:fillRect/>
          </a:stretch>
        </p:blipFill>
        <p:spPr>
          <a:xfrm>
            <a:off x="13186095" y="8219676"/>
            <a:ext cx="3854686" cy="127381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679365" y="1603379"/>
            <a:ext cx="17620637" cy="8116633"/>
            <a:chOff x="679365" y="1603379"/>
            <a:chExt cx="17620637" cy="8116633"/>
          </a:xfrm>
        </p:grpSpPr>
        <p:grpSp>
          <p:nvGrpSpPr>
            <p:cNvPr id="1002" name="그룹 1002"/>
            <p:cNvGrpSpPr/>
            <p:nvPr/>
          </p:nvGrpSpPr>
          <p:grpSpPr>
            <a:xfrm>
              <a:off x="688550" y="1603379"/>
              <a:ext cx="17611452" cy="21429"/>
              <a:chOff x="688550" y="1603379"/>
              <a:chExt cx="17611452" cy="21429"/>
            </a:xfrm>
          </p:grpSpPr>
          <p:pic>
            <p:nvPicPr>
              <p:cNvPr id="4" name="Object 3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688550" y="1603379"/>
                <a:ext cx="17611452" cy="21429"/>
              </a:xfrm>
              <a:prstGeom prst="rect">
                <a:avLst/>
              </a:prstGeom>
            </p:spPr>
          </p:pic>
        </p:grpSp>
        <p:grpSp>
          <p:nvGrpSpPr>
            <p:cNvPr id="1003" name="그룹 1003"/>
            <p:cNvGrpSpPr/>
            <p:nvPr/>
          </p:nvGrpSpPr>
          <p:grpSpPr>
            <a:xfrm>
              <a:off x="679365" y="9698584"/>
              <a:ext cx="17606349" cy="21429"/>
              <a:chOff x="679365" y="9698584"/>
              <a:chExt cx="17606349" cy="21429"/>
            </a:xfrm>
          </p:grpSpPr>
          <p:pic>
            <p:nvPicPr>
              <p:cNvPr id="7" name="Object 6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679365" y="9698584"/>
                <a:ext cx="17606349" cy="21429"/>
              </a:xfrm>
              <a:prstGeom prst="rect">
                <a:avLst/>
              </a:prstGeom>
            </p:spPr>
          </p:pic>
        </p:grpSp>
      </p:grpSp>
      <p:grpSp>
        <p:nvGrpSpPr>
          <p:cNvPr id="1004" name="그룹 1004"/>
          <p:cNvGrpSpPr/>
          <p:nvPr/>
        </p:nvGrpSpPr>
        <p:grpSpPr>
          <a:xfrm>
            <a:off x="5412571" y="382738"/>
            <a:ext cx="8154233" cy="1719412"/>
            <a:chOff x="5412571" y="382738"/>
            <a:chExt cx="8154233" cy="1719412"/>
          </a:xfrm>
        </p:grpSpPr>
        <p:pic>
          <p:nvPicPr>
            <p:cNvPr id="11" name="Object 10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56359" y="5764"/>
              <a:ext cx="9580678" cy="2422964"/>
            </a:xfrm>
            <a:prstGeom prst="rect">
              <a:avLst/>
            </a:prstGeom>
          </p:spPr>
        </p:pic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-9283840" y="-2189317"/>
              <a:ext cx="16520594" cy="4382899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0" y="0"/>
            <a:ext cx="691582" cy="10285714"/>
            <a:chOff x="0" y="0"/>
            <a:chExt cx="691582" cy="10285714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0"/>
              <a:ext cx="691582" cy="10285714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111223" y="2102150"/>
            <a:ext cx="551788" cy="551788"/>
            <a:chOff x="111223" y="2102150"/>
            <a:chExt cx="551788" cy="551788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1223" y="2102150"/>
              <a:ext cx="551788" cy="551788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38095" y="3313196"/>
            <a:ext cx="630575" cy="630575"/>
            <a:chOff x="38095" y="3313196"/>
            <a:chExt cx="630575" cy="630575"/>
          </a:xfrm>
        </p:grpSpPr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8095" y="3313196"/>
              <a:ext cx="630575" cy="630575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86332" y="4702445"/>
            <a:ext cx="518919" cy="518919"/>
            <a:chOff x="86332" y="4702445"/>
            <a:chExt cx="518919" cy="518919"/>
          </a:xfrm>
        </p:grpSpPr>
        <p:pic>
          <p:nvPicPr>
            <p:cNvPr id="24" name="Object 23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332" y="4702445"/>
              <a:ext cx="518919" cy="518919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62718" y="5970989"/>
            <a:ext cx="628864" cy="628864"/>
            <a:chOff x="62718" y="5970989"/>
            <a:chExt cx="628864" cy="628864"/>
          </a:xfrm>
        </p:grpSpPr>
        <p:pic>
          <p:nvPicPr>
            <p:cNvPr id="27" name="Object 26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2718" y="5970989"/>
              <a:ext cx="628864" cy="628864"/>
            </a:xfrm>
            <a:prstGeom prst="rect">
              <a:avLst/>
            </a:prstGeom>
          </p:spPr>
        </p:pic>
      </p:grpSp>
      <p:grpSp>
        <p:nvGrpSpPr>
          <p:cNvPr id="1010" name="그룹 1010"/>
          <p:cNvGrpSpPr/>
          <p:nvPr/>
        </p:nvGrpSpPr>
        <p:grpSpPr>
          <a:xfrm>
            <a:off x="69190" y="7366755"/>
            <a:ext cx="622391" cy="622391"/>
            <a:chOff x="69190" y="7366755"/>
            <a:chExt cx="622391" cy="622391"/>
          </a:xfrm>
        </p:grpSpPr>
        <p:pic>
          <p:nvPicPr>
            <p:cNvPr id="30" name="Object 29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9190" y="7366755"/>
              <a:ext cx="622391" cy="622391"/>
            </a:xfrm>
            <a:prstGeom prst="rect">
              <a:avLst/>
            </a:prstGeom>
          </p:spPr>
        </p:pic>
      </p:grpSp>
      <p:grpSp>
        <p:nvGrpSpPr>
          <p:cNvPr id="1011" name="그룹 1011"/>
          <p:cNvGrpSpPr/>
          <p:nvPr/>
        </p:nvGrpSpPr>
        <p:grpSpPr>
          <a:xfrm>
            <a:off x="74015" y="8751421"/>
            <a:ext cx="543552" cy="543552"/>
            <a:chOff x="74015" y="8751421"/>
            <a:chExt cx="543552" cy="543552"/>
          </a:xfrm>
        </p:grpSpPr>
        <p:pic>
          <p:nvPicPr>
            <p:cNvPr id="33" name="Object 32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4015" y="8751421"/>
              <a:ext cx="543552" cy="543552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152832" y="7260675"/>
            <a:ext cx="1109538" cy="962916"/>
            <a:chOff x="152832" y="7260675"/>
            <a:chExt cx="1109538" cy="962916"/>
          </a:xfrm>
        </p:grpSpPr>
        <p:pic>
          <p:nvPicPr>
            <p:cNvPr id="36" name="Object 35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52832" y="7260675"/>
              <a:ext cx="1109538" cy="962916"/>
            </a:xfrm>
            <a:prstGeom prst="rect">
              <a:avLst/>
            </a:prstGeom>
          </p:spPr>
        </p:pic>
      </p:grpSp>
      <p:grpSp>
        <p:nvGrpSpPr>
          <p:cNvPr id="1013" name="그룹 1013"/>
          <p:cNvGrpSpPr/>
          <p:nvPr/>
        </p:nvGrpSpPr>
        <p:grpSpPr>
          <a:xfrm>
            <a:off x="172048" y="7479136"/>
            <a:ext cx="553773" cy="553773"/>
            <a:chOff x="172048" y="7479136"/>
            <a:chExt cx="553773" cy="553773"/>
          </a:xfrm>
        </p:grpSpPr>
        <p:pic>
          <p:nvPicPr>
            <p:cNvPr id="39" name="Object 38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72048" y="7479136"/>
              <a:ext cx="553773" cy="553773"/>
            </a:xfrm>
            <a:prstGeom prst="rect">
              <a:avLst/>
            </a:prstGeom>
          </p:spPr>
        </p:pic>
      </p:grpSp>
      <p:pic>
        <p:nvPicPr>
          <p:cNvPr id="42" name="Object 41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16957697" y="9733049"/>
            <a:ext cx="1167126" cy="651412"/>
          </a:xfrm>
          <a:prstGeom prst="rect">
            <a:avLst/>
          </a:prstGeom>
        </p:spPr>
      </p:pic>
      <p:grpSp>
        <p:nvGrpSpPr>
          <p:cNvPr id="1014" name="그룹 1014"/>
          <p:cNvGrpSpPr/>
          <p:nvPr/>
        </p:nvGrpSpPr>
        <p:grpSpPr>
          <a:xfrm>
            <a:off x="18097263" y="0"/>
            <a:ext cx="188451" cy="1566667"/>
            <a:chOff x="18097263" y="0"/>
            <a:chExt cx="188451" cy="1566667"/>
          </a:xfrm>
        </p:grpSpPr>
        <p:pic>
          <p:nvPicPr>
            <p:cNvPr id="44" name="Object 43"/>
            <p:cNvPicPr>
              <a:picLocks noChangeAspect="1"/>
            </p:cNvPicPr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8097263" y="0"/>
              <a:ext cx="188451" cy="1566667"/>
            </a:xfrm>
            <a:prstGeom prst="rect">
              <a:avLst/>
            </a:prstGeom>
          </p:spPr>
        </p:pic>
      </p:grpSp>
      <p:grpSp>
        <p:nvGrpSpPr>
          <p:cNvPr id="1015" name="그룹 1015"/>
          <p:cNvGrpSpPr/>
          <p:nvPr/>
        </p:nvGrpSpPr>
        <p:grpSpPr>
          <a:xfrm>
            <a:off x="1556650" y="2260302"/>
            <a:ext cx="15914731" cy="1777202"/>
            <a:chOff x="1556650" y="2260302"/>
            <a:chExt cx="15914731" cy="1777202"/>
          </a:xfrm>
        </p:grpSpPr>
        <p:pic>
          <p:nvPicPr>
            <p:cNvPr id="47" name="Object 46"/>
            <p:cNvPicPr>
              <a:picLocks noChangeAspect="1"/>
            </p:cNvPicPr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556650" y="2260302"/>
              <a:ext cx="15914731" cy="1777202"/>
            </a:xfrm>
            <a:prstGeom prst="rect">
              <a:avLst/>
            </a:prstGeom>
          </p:spPr>
        </p:pic>
      </p:grpSp>
      <p:grpSp>
        <p:nvGrpSpPr>
          <p:cNvPr id="1016" name="그룹 1016"/>
          <p:cNvGrpSpPr/>
          <p:nvPr/>
        </p:nvGrpSpPr>
        <p:grpSpPr>
          <a:xfrm>
            <a:off x="174362" y="925620"/>
            <a:ext cx="368628" cy="363096"/>
            <a:chOff x="174362" y="925620"/>
            <a:chExt cx="368628" cy="363096"/>
          </a:xfrm>
        </p:grpSpPr>
        <p:pic>
          <p:nvPicPr>
            <p:cNvPr id="50" name="Object 49"/>
            <p:cNvPicPr>
              <a:picLocks noChangeAspect="1"/>
            </p:cNvPicPr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74362" y="925620"/>
              <a:ext cx="368628" cy="363096"/>
            </a:xfrm>
            <a:prstGeom prst="rect">
              <a:avLst/>
            </a:prstGeom>
          </p:spPr>
        </p:pic>
      </p:grpSp>
      <p:grpSp>
        <p:nvGrpSpPr>
          <p:cNvPr id="1017" name="그룹 1017"/>
          <p:cNvGrpSpPr/>
          <p:nvPr/>
        </p:nvGrpSpPr>
        <p:grpSpPr>
          <a:xfrm>
            <a:off x="1556650" y="4506215"/>
            <a:ext cx="9994336" cy="3171736"/>
            <a:chOff x="1556650" y="4506215"/>
            <a:chExt cx="9994336" cy="3171736"/>
          </a:xfrm>
        </p:grpSpPr>
        <p:pic>
          <p:nvPicPr>
            <p:cNvPr id="53" name="Object 52"/>
            <p:cNvPicPr>
              <a:picLocks noChangeAspect="1"/>
            </p:cNvPicPr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556650" y="4506215"/>
              <a:ext cx="9994336" cy="3171736"/>
            </a:xfrm>
            <a:prstGeom prst="rect">
              <a:avLst/>
            </a:prstGeom>
          </p:spPr>
        </p:pic>
      </p:grpSp>
      <p:pic>
        <p:nvPicPr>
          <p:cNvPr id="55" name="Object 54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1281672" y="2655564"/>
            <a:ext cx="3950030" cy="1101315"/>
          </a:xfrm>
          <a:prstGeom prst="rect">
            <a:avLst/>
          </a:prstGeom>
        </p:spPr>
      </p:pic>
      <p:pic>
        <p:nvPicPr>
          <p:cNvPr id="56" name="Object 55"/>
          <p:cNvPicPr>
            <a:picLocks noChangeAspect="1"/>
          </p:cNvPicPr>
          <p:nvPr/>
        </p:nvPicPr>
        <p:blipFill>
          <a:blip r:embed="rId21" cstate="print"/>
          <a:stretch>
            <a:fillRect/>
          </a:stretch>
        </p:blipFill>
        <p:spPr>
          <a:xfrm>
            <a:off x="5375990" y="2617476"/>
            <a:ext cx="10380486" cy="1285705"/>
          </a:xfrm>
          <a:prstGeom prst="rect">
            <a:avLst/>
          </a:prstGeom>
        </p:spPr>
      </p:pic>
      <p:pic>
        <p:nvPicPr>
          <p:cNvPr id="57" name="Object 56"/>
          <p:cNvPicPr>
            <a:picLocks noChangeAspect="1"/>
          </p:cNvPicPr>
          <p:nvPr/>
        </p:nvPicPr>
        <p:blipFill>
          <a:blip r:embed="rId22" cstate="print"/>
          <a:stretch>
            <a:fillRect/>
          </a:stretch>
        </p:blipFill>
        <p:spPr>
          <a:xfrm>
            <a:off x="1624029" y="7893905"/>
            <a:ext cx="5470381" cy="127381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691582" cy="10285714"/>
            <a:chOff x="0" y="0"/>
            <a:chExt cx="691582" cy="10285714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691582" cy="10285714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11223" y="2102150"/>
            <a:ext cx="551788" cy="551788"/>
            <a:chOff x="111223" y="2102150"/>
            <a:chExt cx="551788" cy="551788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223" y="2102150"/>
              <a:ext cx="551788" cy="551788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38095" y="3313196"/>
            <a:ext cx="630575" cy="630575"/>
            <a:chOff x="38095" y="3313196"/>
            <a:chExt cx="630575" cy="630575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095" y="3313196"/>
              <a:ext cx="630575" cy="630575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86332" y="4702445"/>
            <a:ext cx="518919" cy="518919"/>
            <a:chOff x="86332" y="4702445"/>
            <a:chExt cx="518919" cy="518919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332" y="4702445"/>
              <a:ext cx="518919" cy="518919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62718" y="5970989"/>
            <a:ext cx="628864" cy="628864"/>
            <a:chOff x="62718" y="5970989"/>
            <a:chExt cx="628864" cy="628864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718" y="5970989"/>
              <a:ext cx="628864" cy="628864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69190" y="7366755"/>
            <a:ext cx="622391" cy="622391"/>
            <a:chOff x="69190" y="7366755"/>
            <a:chExt cx="622391" cy="622391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9190" y="7366755"/>
              <a:ext cx="622391" cy="622391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74015" y="8751421"/>
            <a:ext cx="543552" cy="543552"/>
            <a:chOff x="74015" y="8751421"/>
            <a:chExt cx="543552" cy="543552"/>
          </a:xfrm>
        </p:grpSpPr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4015" y="8751421"/>
              <a:ext cx="543552" cy="543552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152832" y="3260675"/>
            <a:ext cx="1109538" cy="962916"/>
            <a:chOff x="152832" y="3260675"/>
            <a:chExt cx="1109538" cy="962916"/>
          </a:xfrm>
        </p:grpSpPr>
        <p:pic>
          <p:nvPicPr>
            <p:cNvPr id="24" name="Object 23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2832" y="3260675"/>
              <a:ext cx="1109538" cy="962916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160000" y="3465219"/>
            <a:ext cx="581409" cy="581409"/>
            <a:chOff x="160000" y="3465219"/>
            <a:chExt cx="581409" cy="581409"/>
          </a:xfrm>
        </p:grpSpPr>
        <p:pic>
          <p:nvPicPr>
            <p:cNvPr id="27" name="Object 26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0000" y="3465219"/>
              <a:ext cx="581409" cy="581409"/>
            </a:xfrm>
            <a:prstGeom prst="rect">
              <a:avLst/>
            </a:prstGeom>
          </p:spPr>
        </p:pic>
      </p:grpSp>
      <p:pic>
        <p:nvPicPr>
          <p:cNvPr id="30" name="Object 29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16957249" y="9733049"/>
            <a:ext cx="1168479" cy="651412"/>
          </a:xfrm>
          <a:prstGeom prst="rect">
            <a:avLst/>
          </a:prstGeom>
        </p:spPr>
      </p:pic>
      <p:grpSp>
        <p:nvGrpSpPr>
          <p:cNvPr id="1010" name="그룹 1010"/>
          <p:cNvGrpSpPr/>
          <p:nvPr/>
        </p:nvGrpSpPr>
        <p:grpSpPr>
          <a:xfrm>
            <a:off x="18097263" y="0"/>
            <a:ext cx="188451" cy="1566667"/>
            <a:chOff x="18097263" y="0"/>
            <a:chExt cx="188451" cy="1566667"/>
          </a:xfrm>
        </p:grpSpPr>
        <p:pic>
          <p:nvPicPr>
            <p:cNvPr id="32" name="Object 31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8097263" y="0"/>
              <a:ext cx="188451" cy="1566667"/>
            </a:xfrm>
            <a:prstGeom prst="rect">
              <a:avLst/>
            </a:prstGeom>
          </p:spPr>
        </p:pic>
      </p:grpSp>
      <p:grpSp>
        <p:nvGrpSpPr>
          <p:cNvPr id="1011" name="그룹 1011"/>
          <p:cNvGrpSpPr/>
          <p:nvPr/>
        </p:nvGrpSpPr>
        <p:grpSpPr>
          <a:xfrm>
            <a:off x="416236" y="8572306"/>
            <a:ext cx="2141274" cy="1675475"/>
            <a:chOff x="416236" y="8572306"/>
            <a:chExt cx="2141274" cy="1675475"/>
          </a:xfrm>
        </p:grpSpPr>
        <p:pic>
          <p:nvPicPr>
            <p:cNvPr id="35" name="Object 34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 rot="-420000">
              <a:off x="416236" y="8572306"/>
              <a:ext cx="2141274" cy="1675475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174362" y="925620"/>
            <a:ext cx="368628" cy="363096"/>
            <a:chOff x="174362" y="925620"/>
            <a:chExt cx="368628" cy="363096"/>
          </a:xfrm>
        </p:grpSpPr>
        <p:pic>
          <p:nvPicPr>
            <p:cNvPr id="38" name="Object 37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74362" y="925620"/>
              <a:ext cx="368628" cy="363096"/>
            </a:xfrm>
            <a:prstGeom prst="rect">
              <a:avLst/>
            </a:prstGeom>
          </p:spPr>
        </p:pic>
      </p:grpSp>
      <p:grpSp>
        <p:nvGrpSpPr>
          <p:cNvPr id="1013" name="그룹 1013"/>
          <p:cNvGrpSpPr/>
          <p:nvPr/>
        </p:nvGrpSpPr>
        <p:grpSpPr>
          <a:xfrm>
            <a:off x="7494530" y="1570131"/>
            <a:ext cx="3296655" cy="6783547"/>
            <a:chOff x="7494530" y="1570131"/>
            <a:chExt cx="3296655" cy="6783547"/>
          </a:xfrm>
        </p:grpSpPr>
        <p:pic>
          <p:nvPicPr>
            <p:cNvPr id="41" name="Object 40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494530" y="1570131"/>
              <a:ext cx="3296655" cy="6783547"/>
            </a:xfrm>
            <a:prstGeom prst="rect">
              <a:avLst/>
            </a:prstGeom>
          </p:spPr>
        </p:pic>
      </p:grpSp>
      <p:grpSp>
        <p:nvGrpSpPr>
          <p:cNvPr id="1014" name="그룹 1014"/>
          <p:cNvGrpSpPr/>
          <p:nvPr/>
        </p:nvGrpSpPr>
        <p:grpSpPr>
          <a:xfrm>
            <a:off x="9763837" y="3781458"/>
            <a:ext cx="9802808" cy="2858604"/>
            <a:chOff x="9763837" y="3781458"/>
            <a:chExt cx="9802808" cy="2858604"/>
          </a:xfrm>
        </p:grpSpPr>
        <p:pic>
          <p:nvPicPr>
            <p:cNvPr id="44" name="Object 43"/>
            <p:cNvPicPr>
              <a:picLocks noChangeAspect="1"/>
            </p:cNvPicPr>
            <p:nvPr/>
          </p:nvPicPr>
          <p:blipFill>
            <a:blip r:embed="rId16" cstate="print"/>
            <a:stretch>
              <a:fillRect/>
            </a:stretch>
          </p:blipFill>
          <p:spPr>
            <a:xfrm rot="5400000">
              <a:off x="9763837" y="3781458"/>
              <a:ext cx="9802808" cy="2858604"/>
            </a:xfrm>
            <a:prstGeom prst="rect">
              <a:avLst/>
            </a:prstGeom>
          </p:spPr>
        </p:pic>
      </p:grpSp>
      <p:grpSp>
        <p:nvGrpSpPr>
          <p:cNvPr id="1015" name="그룹 1015"/>
          <p:cNvGrpSpPr/>
          <p:nvPr/>
        </p:nvGrpSpPr>
        <p:grpSpPr>
          <a:xfrm>
            <a:off x="1108318" y="4076253"/>
            <a:ext cx="6574366" cy="1771303"/>
            <a:chOff x="1108318" y="4076253"/>
            <a:chExt cx="6574366" cy="1771303"/>
          </a:xfrm>
        </p:grpSpPr>
        <p:pic>
          <p:nvPicPr>
            <p:cNvPr id="47" name="Object 46"/>
            <p:cNvPicPr>
              <a:picLocks noChangeAspect="1"/>
            </p:cNvPicPr>
            <p:nvPr/>
          </p:nvPicPr>
          <p:blipFill>
            <a:blip r:embed="rId17" cstate="print"/>
            <a:stretch>
              <a:fillRect/>
            </a:stretch>
          </p:blipFill>
          <p:spPr>
            <a:xfrm rot="5400000">
              <a:off x="1108318" y="4076253"/>
              <a:ext cx="6574366" cy="1771303"/>
            </a:xfrm>
            <a:prstGeom prst="rect">
              <a:avLst/>
            </a:prstGeom>
          </p:spPr>
        </p:pic>
      </p:grpSp>
      <p:pic>
        <p:nvPicPr>
          <p:cNvPr id="49" name="Object 48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5319272" y="115976"/>
            <a:ext cx="8407504" cy="1957837"/>
          </a:xfrm>
          <a:prstGeom prst="rect">
            <a:avLst/>
          </a:prstGeom>
        </p:spPr>
      </p:pic>
      <p:pic>
        <p:nvPicPr>
          <p:cNvPr id="50" name="Object 49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3784688" y="8304881"/>
            <a:ext cx="9536943" cy="1355086"/>
          </a:xfrm>
          <a:prstGeom prst="rect">
            <a:avLst/>
          </a:prstGeom>
        </p:spPr>
      </p:pic>
      <p:pic>
        <p:nvPicPr>
          <p:cNvPr id="51" name="Object 50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6402495" y="1944076"/>
            <a:ext cx="5057444" cy="103634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571616" y="-100986"/>
            <a:ext cx="11228498" cy="2389898"/>
          </a:xfrm>
          <a:prstGeom prst="rect">
            <a:avLst/>
          </a:prstGeom>
        </p:spPr>
      </p:pic>
      <p:pic>
        <p:nvPicPr>
          <p:cNvPr id="3" name="Object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509927" y="1441800"/>
            <a:ext cx="8114499" cy="550346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0" y="0"/>
            <a:ext cx="691582" cy="10285714"/>
            <a:chOff x="0" y="0"/>
            <a:chExt cx="691582" cy="10285714"/>
          </a:xfrm>
        </p:grpSpPr>
        <p:pic>
          <p:nvPicPr>
            <p:cNvPr id="5" name="Object 4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691582" cy="10285714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11223" y="2102150"/>
            <a:ext cx="551788" cy="551788"/>
            <a:chOff x="111223" y="2102150"/>
            <a:chExt cx="551788" cy="551788"/>
          </a:xfrm>
        </p:grpSpPr>
        <p:pic>
          <p:nvPicPr>
            <p:cNvPr id="8" name="Object 7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1223" y="2102150"/>
              <a:ext cx="551788" cy="551788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38095" y="3313196"/>
            <a:ext cx="630575" cy="630575"/>
            <a:chOff x="38095" y="3313196"/>
            <a:chExt cx="630575" cy="630575"/>
          </a:xfrm>
        </p:grpSpPr>
        <p:pic>
          <p:nvPicPr>
            <p:cNvPr id="11" name="Object 10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095" y="3313196"/>
              <a:ext cx="630575" cy="630575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86332" y="4702445"/>
            <a:ext cx="518919" cy="518919"/>
            <a:chOff x="86332" y="4702445"/>
            <a:chExt cx="518919" cy="518919"/>
          </a:xfrm>
        </p:grpSpPr>
        <p:pic>
          <p:nvPicPr>
            <p:cNvPr id="14" name="Object 13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6332" y="4702445"/>
              <a:ext cx="518919" cy="518919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62718" y="5970989"/>
            <a:ext cx="628864" cy="628864"/>
            <a:chOff x="62718" y="5970989"/>
            <a:chExt cx="628864" cy="628864"/>
          </a:xfrm>
        </p:grpSpPr>
        <p:pic>
          <p:nvPicPr>
            <p:cNvPr id="17" name="Object 16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2718" y="5970989"/>
              <a:ext cx="628864" cy="628864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69190" y="7366755"/>
            <a:ext cx="622391" cy="622391"/>
            <a:chOff x="69190" y="7366755"/>
            <a:chExt cx="622391" cy="622391"/>
          </a:xfrm>
        </p:grpSpPr>
        <p:pic>
          <p:nvPicPr>
            <p:cNvPr id="20" name="Object 19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9190" y="7366755"/>
              <a:ext cx="622391" cy="622391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74015" y="8751421"/>
            <a:ext cx="543552" cy="543552"/>
            <a:chOff x="74015" y="8751421"/>
            <a:chExt cx="543552" cy="543552"/>
          </a:xfrm>
        </p:grpSpPr>
        <p:pic>
          <p:nvPicPr>
            <p:cNvPr id="23" name="Object 22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4015" y="8751421"/>
              <a:ext cx="543552" cy="543552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152832" y="8684596"/>
            <a:ext cx="1109538" cy="962916"/>
            <a:chOff x="152832" y="8684596"/>
            <a:chExt cx="1109538" cy="962916"/>
          </a:xfrm>
        </p:grpSpPr>
        <p:pic>
          <p:nvPicPr>
            <p:cNvPr id="26" name="Object 25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52832" y="8684596"/>
              <a:ext cx="1109538" cy="962916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692024" y="9652129"/>
            <a:ext cx="17593691" cy="21429"/>
            <a:chOff x="692024" y="9652129"/>
            <a:chExt cx="17593691" cy="21429"/>
          </a:xfrm>
        </p:grpSpPr>
        <p:pic>
          <p:nvPicPr>
            <p:cNvPr id="29" name="Object 28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92024" y="9652129"/>
              <a:ext cx="17593691" cy="21429"/>
            </a:xfrm>
            <a:prstGeom prst="rect">
              <a:avLst/>
            </a:prstGeom>
          </p:spPr>
        </p:pic>
      </p:grpSp>
      <p:pic>
        <p:nvPicPr>
          <p:cNvPr id="32" name="Object 31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6955916" y="9733049"/>
            <a:ext cx="1172479" cy="651412"/>
          </a:xfrm>
          <a:prstGeom prst="rect">
            <a:avLst/>
          </a:prstGeom>
        </p:spPr>
      </p:pic>
      <p:grpSp>
        <p:nvGrpSpPr>
          <p:cNvPr id="1010" name="그룹 1010"/>
          <p:cNvGrpSpPr/>
          <p:nvPr/>
        </p:nvGrpSpPr>
        <p:grpSpPr>
          <a:xfrm>
            <a:off x="778588" y="1439260"/>
            <a:ext cx="17604943" cy="21429"/>
            <a:chOff x="778588" y="1439260"/>
            <a:chExt cx="17604943" cy="21429"/>
          </a:xfrm>
        </p:grpSpPr>
        <p:pic>
          <p:nvPicPr>
            <p:cNvPr id="34" name="Object 33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78588" y="1439260"/>
              <a:ext cx="17604943" cy="21429"/>
            </a:xfrm>
            <a:prstGeom prst="rect">
              <a:avLst/>
            </a:prstGeom>
          </p:spPr>
        </p:pic>
      </p:grpSp>
      <p:grpSp>
        <p:nvGrpSpPr>
          <p:cNvPr id="1011" name="그룹 1011"/>
          <p:cNvGrpSpPr/>
          <p:nvPr/>
        </p:nvGrpSpPr>
        <p:grpSpPr>
          <a:xfrm>
            <a:off x="17408155" y="-689108"/>
            <a:ext cx="188451" cy="1566667"/>
            <a:chOff x="17408155" y="-689108"/>
            <a:chExt cx="188451" cy="1566667"/>
          </a:xfrm>
        </p:grpSpPr>
        <p:pic>
          <p:nvPicPr>
            <p:cNvPr id="37" name="Object 36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 rot="-5400000">
              <a:off x="17408155" y="-689108"/>
              <a:ext cx="188451" cy="1566667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186396" y="8911421"/>
            <a:ext cx="514710" cy="514710"/>
            <a:chOff x="186396" y="8911421"/>
            <a:chExt cx="514710" cy="514710"/>
          </a:xfrm>
        </p:grpSpPr>
        <p:pic>
          <p:nvPicPr>
            <p:cNvPr id="40" name="Object 39"/>
            <p:cNvPicPr>
              <a:picLocks noChangeAspect="1"/>
            </p:cNvPicPr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86396" y="8911421"/>
              <a:ext cx="514710" cy="514710"/>
            </a:xfrm>
            <a:prstGeom prst="rect">
              <a:avLst/>
            </a:prstGeom>
          </p:spPr>
        </p:pic>
      </p:grpSp>
      <p:grpSp>
        <p:nvGrpSpPr>
          <p:cNvPr id="1013" name="그룹 1013"/>
          <p:cNvGrpSpPr/>
          <p:nvPr/>
        </p:nvGrpSpPr>
        <p:grpSpPr>
          <a:xfrm>
            <a:off x="174362" y="925620"/>
            <a:ext cx="368628" cy="363096"/>
            <a:chOff x="174362" y="925620"/>
            <a:chExt cx="368628" cy="363096"/>
          </a:xfrm>
        </p:grpSpPr>
        <p:pic>
          <p:nvPicPr>
            <p:cNvPr id="43" name="Object 42"/>
            <p:cNvPicPr>
              <a:picLocks noChangeAspect="1"/>
            </p:cNvPicPr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74362" y="925620"/>
              <a:ext cx="368628" cy="363096"/>
            </a:xfrm>
            <a:prstGeom prst="rect">
              <a:avLst/>
            </a:prstGeom>
          </p:spPr>
        </p:pic>
      </p:grpSp>
      <p:grpSp>
        <p:nvGrpSpPr>
          <p:cNvPr id="1014" name="그룹 1014"/>
          <p:cNvGrpSpPr/>
          <p:nvPr/>
        </p:nvGrpSpPr>
        <p:grpSpPr>
          <a:xfrm>
            <a:off x="2700528" y="2373622"/>
            <a:ext cx="3738227" cy="3738227"/>
            <a:chOff x="2700528" y="2373622"/>
            <a:chExt cx="3738227" cy="3738227"/>
          </a:xfrm>
        </p:grpSpPr>
        <p:pic>
          <p:nvPicPr>
            <p:cNvPr id="46" name="Object 45"/>
            <p:cNvPicPr>
              <a:picLocks noChangeAspect="1"/>
            </p:cNvPicPr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700528" y="2373622"/>
              <a:ext cx="3738227" cy="3738227"/>
            </a:xfrm>
            <a:prstGeom prst="rect">
              <a:avLst/>
            </a:prstGeom>
          </p:spPr>
        </p:pic>
      </p:grpSp>
      <p:pic>
        <p:nvPicPr>
          <p:cNvPr id="48" name="Object 47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2624450" y="6409984"/>
            <a:ext cx="3953101" cy="1934009"/>
          </a:xfrm>
          <a:prstGeom prst="rect">
            <a:avLst/>
          </a:prstGeom>
        </p:spPr>
      </p:pic>
      <p:grpSp>
        <p:nvGrpSpPr>
          <p:cNvPr id="1015" name="그룹 1015"/>
          <p:cNvGrpSpPr/>
          <p:nvPr/>
        </p:nvGrpSpPr>
        <p:grpSpPr>
          <a:xfrm>
            <a:off x="7847298" y="2370310"/>
            <a:ext cx="3738227" cy="3738227"/>
            <a:chOff x="7847298" y="2370310"/>
            <a:chExt cx="3738227" cy="3738227"/>
          </a:xfrm>
        </p:grpSpPr>
        <p:pic>
          <p:nvPicPr>
            <p:cNvPr id="50" name="Object 49"/>
            <p:cNvPicPr>
              <a:picLocks noChangeAspect="1"/>
            </p:cNvPicPr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847298" y="2370310"/>
              <a:ext cx="3738227" cy="3738227"/>
            </a:xfrm>
            <a:prstGeom prst="rect">
              <a:avLst/>
            </a:prstGeom>
          </p:spPr>
        </p:pic>
      </p:grpSp>
      <p:pic>
        <p:nvPicPr>
          <p:cNvPr id="52" name="Object 51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6647909" y="6409984"/>
            <a:ext cx="6071168" cy="1934009"/>
          </a:xfrm>
          <a:prstGeom prst="rect">
            <a:avLst/>
          </a:prstGeom>
        </p:spPr>
      </p:pic>
      <p:grpSp>
        <p:nvGrpSpPr>
          <p:cNvPr id="1016" name="그룹 1016"/>
          <p:cNvGrpSpPr/>
          <p:nvPr/>
        </p:nvGrpSpPr>
        <p:grpSpPr>
          <a:xfrm>
            <a:off x="12980821" y="2370310"/>
            <a:ext cx="3738227" cy="3738227"/>
            <a:chOff x="12980821" y="2370310"/>
            <a:chExt cx="3738227" cy="3738227"/>
          </a:xfrm>
        </p:grpSpPr>
        <p:pic>
          <p:nvPicPr>
            <p:cNvPr id="54" name="Object 53"/>
            <p:cNvPicPr>
              <a:picLocks noChangeAspect="1"/>
            </p:cNvPicPr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2980821" y="2370310"/>
              <a:ext cx="3738227" cy="3738227"/>
            </a:xfrm>
            <a:prstGeom prst="rect">
              <a:avLst/>
            </a:prstGeom>
          </p:spPr>
        </p:pic>
      </p:grpSp>
      <p:pic>
        <p:nvPicPr>
          <p:cNvPr id="56" name="Object 55"/>
          <p:cNvPicPr>
            <a:picLocks noChangeAspect="1"/>
          </p:cNvPicPr>
          <p:nvPr/>
        </p:nvPicPr>
        <p:blipFill>
          <a:blip r:embed="rId21" cstate="print"/>
          <a:stretch>
            <a:fillRect/>
          </a:stretch>
        </p:blipFill>
        <p:spPr>
          <a:xfrm>
            <a:off x="11998688" y="6504355"/>
            <a:ext cx="6407215" cy="1934009"/>
          </a:xfrm>
          <a:prstGeom prst="rect">
            <a:avLst/>
          </a:prstGeom>
        </p:spPr>
      </p:pic>
      <p:grpSp>
        <p:nvGrpSpPr>
          <p:cNvPr id="1017" name="그룹 1017"/>
          <p:cNvGrpSpPr/>
          <p:nvPr/>
        </p:nvGrpSpPr>
        <p:grpSpPr>
          <a:xfrm>
            <a:off x="11538071" y="4262749"/>
            <a:ext cx="1941134" cy="235011"/>
            <a:chOff x="11538071" y="4262749"/>
            <a:chExt cx="1941134" cy="235011"/>
          </a:xfrm>
        </p:grpSpPr>
        <p:pic>
          <p:nvPicPr>
            <p:cNvPr id="58" name="Object 57"/>
            <p:cNvPicPr>
              <a:picLocks noChangeAspect="1"/>
            </p:cNvPicPr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1538071" y="4262749"/>
              <a:ext cx="1941134" cy="235011"/>
            </a:xfrm>
            <a:prstGeom prst="rect">
              <a:avLst/>
            </a:prstGeom>
          </p:spPr>
        </p:pic>
      </p:grpSp>
      <p:grpSp>
        <p:nvGrpSpPr>
          <p:cNvPr id="1018" name="그룹 1018"/>
          <p:cNvGrpSpPr/>
          <p:nvPr/>
        </p:nvGrpSpPr>
        <p:grpSpPr>
          <a:xfrm>
            <a:off x="6374740" y="4275997"/>
            <a:ext cx="1941134" cy="235011"/>
            <a:chOff x="6374740" y="4275997"/>
            <a:chExt cx="1941134" cy="235011"/>
          </a:xfrm>
        </p:grpSpPr>
        <p:pic>
          <p:nvPicPr>
            <p:cNvPr id="61" name="Object 60"/>
            <p:cNvPicPr>
              <a:picLocks noChangeAspect="1"/>
            </p:cNvPicPr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374740" y="4275997"/>
              <a:ext cx="1941134" cy="235011"/>
            </a:xfrm>
            <a:prstGeom prst="rect">
              <a:avLst/>
            </a:prstGeom>
          </p:spPr>
        </p:pic>
      </p:grpSp>
      <p:grpSp>
        <p:nvGrpSpPr>
          <p:cNvPr id="1019" name="그룹 1019"/>
          <p:cNvGrpSpPr/>
          <p:nvPr/>
        </p:nvGrpSpPr>
        <p:grpSpPr>
          <a:xfrm>
            <a:off x="3305575" y="3116189"/>
            <a:ext cx="2528131" cy="2528131"/>
            <a:chOff x="3305575" y="3116189"/>
            <a:chExt cx="2528131" cy="2528131"/>
          </a:xfrm>
        </p:grpSpPr>
        <p:pic>
          <p:nvPicPr>
            <p:cNvPr id="64" name="Object 63"/>
            <p:cNvPicPr>
              <a:picLocks noChangeAspect="1"/>
            </p:cNvPicPr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305575" y="3116189"/>
              <a:ext cx="2528131" cy="2528131"/>
            </a:xfrm>
            <a:prstGeom prst="rect">
              <a:avLst/>
            </a:prstGeom>
          </p:spPr>
        </p:pic>
      </p:grpSp>
      <p:grpSp>
        <p:nvGrpSpPr>
          <p:cNvPr id="1020" name="그룹 1020"/>
          <p:cNvGrpSpPr/>
          <p:nvPr/>
        </p:nvGrpSpPr>
        <p:grpSpPr>
          <a:xfrm>
            <a:off x="8357169" y="3021012"/>
            <a:ext cx="2718484" cy="2718484"/>
            <a:chOff x="8357169" y="3021012"/>
            <a:chExt cx="2718484" cy="2718484"/>
          </a:xfrm>
        </p:grpSpPr>
        <p:pic>
          <p:nvPicPr>
            <p:cNvPr id="67" name="Object 66"/>
            <p:cNvPicPr>
              <a:picLocks noChangeAspect="1"/>
            </p:cNvPicPr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8357169" y="3021012"/>
              <a:ext cx="2718484" cy="2718484"/>
            </a:xfrm>
            <a:prstGeom prst="rect">
              <a:avLst/>
            </a:prstGeom>
          </p:spPr>
        </p:pic>
      </p:grpSp>
      <p:grpSp>
        <p:nvGrpSpPr>
          <p:cNvPr id="1021" name="그룹 1021"/>
          <p:cNvGrpSpPr/>
          <p:nvPr/>
        </p:nvGrpSpPr>
        <p:grpSpPr>
          <a:xfrm>
            <a:off x="13588385" y="3128223"/>
            <a:ext cx="2504064" cy="2504064"/>
            <a:chOff x="13588385" y="3128223"/>
            <a:chExt cx="2504064" cy="2504064"/>
          </a:xfrm>
        </p:grpSpPr>
        <p:pic>
          <p:nvPicPr>
            <p:cNvPr id="70" name="Object 69"/>
            <p:cNvPicPr>
              <a:picLocks noChangeAspect="1"/>
            </p:cNvPicPr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3588385" y="3128223"/>
              <a:ext cx="2504064" cy="250406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1295337" cy="10285714"/>
            <a:chOff x="0" y="0"/>
            <a:chExt cx="1295337" cy="10285714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95337" cy="10285714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0959177" y="5136905"/>
            <a:ext cx="10295239" cy="21429"/>
            <a:chOff x="10959177" y="5136905"/>
            <a:chExt cx="10295239" cy="21429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5400000">
              <a:off x="10959177" y="5136905"/>
              <a:ext cx="10295239" cy="21429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6117510" y="0"/>
            <a:ext cx="2168204" cy="1566667"/>
            <a:chOff x="16117510" y="0"/>
            <a:chExt cx="2168204" cy="1566667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117510" y="0"/>
              <a:ext cx="2168204" cy="1566667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300465" y="1556924"/>
            <a:ext cx="14813824" cy="21429"/>
            <a:chOff x="1300465" y="1556924"/>
            <a:chExt cx="14813824" cy="21429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00465" y="1556924"/>
              <a:ext cx="14813824" cy="21429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1295220" y="8549563"/>
            <a:ext cx="16990495" cy="21429"/>
            <a:chOff x="1295220" y="8549563"/>
            <a:chExt cx="16990495" cy="21429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95220" y="8549563"/>
              <a:ext cx="16990495" cy="21429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1298729" y="5142857"/>
            <a:ext cx="16991747" cy="21429"/>
            <a:chOff x="1298729" y="5142857"/>
            <a:chExt cx="16991747" cy="21429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98729" y="5142857"/>
              <a:ext cx="16991747" cy="21429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328582" y="2092627"/>
            <a:ext cx="726000" cy="726000"/>
            <a:chOff x="328582" y="2092627"/>
            <a:chExt cx="726000" cy="726000"/>
          </a:xfrm>
        </p:grpSpPr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28582" y="2092627"/>
              <a:ext cx="726000" cy="726000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276641" y="3323213"/>
            <a:ext cx="829662" cy="829662"/>
            <a:chOff x="276641" y="3323213"/>
            <a:chExt cx="829662" cy="829662"/>
          </a:xfrm>
        </p:grpSpPr>
        <p:pic>
          <p:nvPicPr>
            <p:cNvPr id="24" name="Object 23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76641" y="3323213"/>
              <a:ext cx="829662" cy="829662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326247" y="4724140"/>
            <a:ext cx="682753" cy="682753"/>
            <a:chOff x="326247" y="4724140"/>
            <a:chExt cx="682753" cy="682753"/>
          </a:xfrm>
        </p:grpSpPr>
        <p:pic>
          <p:nvPicPr>
            <p:cNvPr id="27" name="Object 26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26247" y="4724140"/>
              <a:ext cx="682753" cy="682753"/>
            </a:xfrm>
            <a:prstGeom prst="rect">
              <a:avLst/>
            </a:prstGeom>
          </p:spPr>
        </p:pic>
      </p:grpSp>
      <p:grpSp>
        <p:nvGrpSpPr>
          <p:cNvPr id="1010" name="그룹 1010"/>
          <p:cNvGrpSpPr/>
          <p:nvPr/>
        </p:nvGrpSpPr>
        <p:grpSpPr>
          <a:xfrm>
            <a:off x="294865" y="5955965"/>
            <a:ext cx="827411" cy="827411"/>
            <a:chOff x="294865" y="5955965"/>
            <a:chExt cx="827411" cy="827411"/>
          </a:xfrm>
        </p:grpSpPr>
        <p:pic>
          <p:nvPicPr>
            <p:cNvPr id="30" name="Object 29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94865" y="5955965"/>
              <a:ext cx="827411" cy="827411"/>
            </a:xfrm>
            <a:prstGeom prst="rect">
              <a:avLst/>
            </a:prstGeom>
          </p:spPr>
        </p:pic>
      </p:grpSp>
      <p:grpSp>
        <p:nvGrpSpPr>
          <p:cNvPr id="1011" name="그룹 1011"/>
          <p:cNvGrpSpPr/>
          <p:nvPr/>
        </p:nvGrpSpPr>
        <p:grpSpPr>
          <a:xfrm>
            <a:off x="287409" y="7336252"/>
            <a:ext cx="818895" cy="818895"/>
            <a:chOff x="287409" y="7336252"/>
            <a:chExt cx="818895" cy="818895"/>
          </a:xfrm>
        </p:grpSpPr>
        <p:pic>
          <p:nvPicPr>
            <p:cNvPr id="33" name="Object 32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87409" y="7336252"/>
              <a:ext cx="818895" cy="818895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334859" y="8756013"/>
            <a:ext cx="715164" cy="715164"/>
            <a:chOff x="334859" y="8756013"/>
            <a:chExt cx="715164" cy="715164"/>
          </a:xfrm>
        </p:grpSpPr>
        <p:pic>
          <p:nvPicPr>
            <p:cNvPr id="36" name="Object 35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34859" y="8756013"/>
              <a:ext cx="715164" cy="715164"/>
            </a:xfrm>
            <a:prstGeom prst="rect">
              <a:avLst/>
            </a:prstGeom>
          </p:spPr>
        </p:pic>
      </p:grpSp>
      <p:grpSp>
        <p:nvGrpSpPr>
          <p:cNvPr id="1013" name="그룹 1013"/>
          <p:cNvGrpSpPr/>
          <p:nvPr/>
        </p:nvGrpSpPr>
        <p:grpSpPr>
          <a:xfrm>
            <a:off x="438145" y="835962"/>
            <a:ext cx="483104" cy="475855"/>
            <a:chOff x="438145" y="835962"/>
            <a:chExt cx="483104" cy="475855"/>
          </a:xfrm>
        </p:grpSpPr>
        <p:pic>
          <p:nvPicPr>
            <p:cNvPr id="39" name="Object 38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38145" y="835962"/>
              <a:ext cx="483104" cy="475855"/>
            </a:xfrm>
            <a:prstGeom prst="rect">
              <a:avLst/>
            </a:prstGeom>
          </p:spPr>
        </p:pic>
      </p:grpSp>
      <p:grpSp>
        <p:nvGrpSpPr>
          <p:cNvPr id="1014" name="그룹 1014"/>
          <p:cNvGrpSpPr/>
          <p:nvPr/>
        </p:nvGrpSpPr>
        <p:grpSpPr>
          <a:xfrm>
            <a:off x="1295337" y="8571429"/>
            <a:ext cx="16990377" cy="1714286"/>
            <a:chOff x="1295337" y="8571429"/>
            <a:chExt cx="16990377" cy="1714286"/>
          </a:xfrm>
        </p:grpSpPr>
        <p:pic>
          <p:nvPicPr>
            <p:cNvPr id="42" name="Object 41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295337" y="8571429"/>
              <a:ext cx="16990377" cy="1714286"/>
            </a:xfrm>
            <a:prstGeom prst="rect">
              <a:avLst/>
            </a:prstGeom>
          </p:spPr>
        </p:pic>
      </p:grpSp>
      <p:pic>
        <p:nvPicPr>
          <p:cNvPr id="44" name="Object 43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1705986" y="1915721"/>
            <a:ext cx="9407621" cy="3815745"/>
          </a:xfrm>
          <a:prstGeom prst="rect">
            <a:avLst/>
          </a:prstGeom>
        </p:spPr>
      </p:pic>
      <p:pic>
        <p:nvPicPr>
          <p:cNvPr id="45" name="Object 44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2179488" y="1707382"/>
            <a:ext cx="2982883" cy="1186635"/>
          </a:xfrm>
          <a:prstGeom prst="rect">
            <a:avLst/>
          </a:prstGeom>
        </p:spPr>
      </p:pic>
      <p:pic>
        <p:nvPicPr>
          <p:cNvPr id="46" name="Object 45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1851528" y="9132096"/>
            <a:ext cx="14215383" cy="822592"/>
          </a:xfrm>
          <a:prstGeom prst="rect">
            <a:avLst/>
          </a:prstGeom>
        </p:spPr>
      </p:pic>
      <p:grpSp>
        <p:nvGrpSpPr>
          <p:cNvPr id="1015" name="그룹 1015"/>
          <p:cNvGrpSpPr/>
          <p:nvPr/>
        </p:nvGrpSpPr>
        <p:grpSpPr>
          <a:xfrm>
            <a:off x="10728449" y="5483084"/>
            <a:ext cx="4909646" cy="2645413"/>
            <a:chOff x="10728449" y="5483084"/>
            <a:chExt cx="4909646" cy="2645413"/>
          </a:xfrm>
        </p:grpSpPr>
        <p:pic>
          <p:nvPicPr>
            <p:cNvPr id="48" name="Object 47"/>
            <p:cNvPicPr>
              <a:picLocks noChangeAspect="1"/>
            </p:cNvPicPr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0728449" y="5483084"/>
              <a:ext cx="4909646" cy="2645413"/>
            </a:xfrm>
            <a:prstGeom prst="rect">
              <a:avLst/>
            </a:prstGeom>
          </p:spPr>
        </p:pic>
      </p:grpSp>
      <p:grpSp>
        <p:nvGrpSpPr>
          <p:cNvPr id="1016" name="그룹 1016"/>
          <p:cNvGrpSpPr/>
          <p:nvPr/>
        </p:nvGrpSpPr>
        <p:grpSpPr>
          <a:xfrm>
            <a:off x="10919961" y="5483084"/>
            <a:ext cx="647146" cy="647146"/>
            <a:chOff x="10919961" y="5483084"/>
            <a:chExt cx="647146" cy="647146"/>
          </a:xfrm>
        </p:grpSpPr>
        <p:pic>
          <p:nvPicPr>
            <p:cNvPr id="51" name="Object 50"/>
            <p:cNvPicPr>
              <a:picLocks noChangeAspect="1"/>
            </p:cNvPicPr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0919961" y="5483084"/>
              <a:ext cx="647146" cy="647146"/>
            </a:xfrm>
            <a:prstGeom prst="rect">
              <a:avLst/>
            </a:prstGeom>
          </p:spPr>
        </p:pic>
      </p:grpSp>
      <p:grpSp>
        <p:nvGrpSpPr>
          <p:cNvPr id="1017" name="그룹 1017"/>
          <p:cNvGrpSpPr/>
          <p:nvPr/>
        </p:nvGrpSpPr>
        <p:grpSpPr>
          <a:xfrm>
            <a:off x="11026724" y="6242992"/>
            <a:ext cx="540384" cy="540384"/>
            <a:chOff x="11026724" y="6242992"/>
            <a:chExt cx="540384" cy="540384"/>
          </a:xfrm>
        </p:grpSpPr>
        <p:pic>
          <p:nvPicPr>
            <p:cNvPr id="54" name="Object 53"/>
            <p:cNvPicPr>
              <a:picLocks noChangeAspect="1"/>
            </p:cNvPicPr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1026724" y="6242992"/>
              <a:ext cx="540384" cy="540384"/>
            </a:xfrm>
            <a:prstGeom prst="rect">
              <a:avLst/>
            </a:prstGeom>
          </p:spPr>
        </p:pic>
      </p:grpSp>
      <p:grpSp>
        <p:nvGrpSpPr>
          <p:cNvPr id="1018" name="그룹 1018"/>
          <p:cNvGrpSpPr/>
          <p:nvPr/>
        </p:nvGrpSpPr>
        <p:grpSpPr>
          <a:xfrm>
            <a:off x="11026724" y="6927680"/>
            <a:ext cx="540384" cy="540384"/>
            <a:chOff x="11026724" y="6927680"/>
            <a:chExt cx="540384" cy="540384"/>
          </a:xfrm>
        </p:grpSpPr>
        <p:pic>
          <p:nvPicPr>
            <p:cNvPr id="57" name="Object 56"/>
            <p:cNvPicPr>
              <a:picLocks noChangeAspect="1"/>
            </p:cNvPicPr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1026724" y="6927680"/>
              <a:ext cx="540384" cy="540384"/>
            </a:xfrm>
            <a:prstGeom prst="rect">
              <a:avLst/>
            </a:prstGeom>
          </p:spPr>
        </p:pic>
      </p:grpSp>
      <p:grpSp>
        <p:nvGrpSpPr>
          <p:cNvPr id="1019" name="그룹 1019"/>
          <p:cNvGrpSpPr/>
          <p:nvPr/>
        </p:nvGrpSpPr>
        <p:grpSpPr>
          <a:xfrm>
            <a:off x="11026724" y="7614763"/>
            <a:ext cx="540384" cy="540384"/>
            <a:chOff x="11026724" y="7614763"/>
            <a:chExt cx="540384" cy="540384"/>
          </a:xfrm>
        </p:grpSpPr>
        <p:pic>
          <p:nvPicPr>
            <p:cNvPr id="60" name="Object 59"/>
            <p:cNvPicPr>
              <a:picLocks noChangeAspect="1"/>
            </p:cNvPicPr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1026724" y="7614763"/>
              <a:ext cx="540384" cy="540384"/>
            </a:xfrm>
            <a:prstGeom prst="rect">
              <a:avLst/>
            </a:prstGeom>
          </p:spPr>
        </p:pic>
      </p:grpSp>
      <p:pic>
        <p:nvPicPr>
          <p:cNvPr id="62" name="Object 61"/>
          <p:cNvPicPr>
            <a:picLocks noChangeAspect="1"/>
          </p:cNvPicPr>
          <p:nvPr/>
        </p:nvPicPr>
        <p:blipFill>
          <a:blip r:embed="rId22" cstate="print"/>
          <a:stretch>
            <a:fillRect/>
          </a:stretch>
        </p:blipFill>
        <p:spPr>
          <a:xfrm>
            <a:off x="11547621" y="5495335"/>
            <a:ext cx="2349545" cy="666659"/>
          </a:xfrm>
          <a:prstGeom prst="rect">
            <a:avLst/>
          </a:prstGeom>
        </p:spPr>
      </p:pic>
      <p:pic>
        <p:nvPicPr>
          <p:cNvPr id="63" name="Object 62"/>
          <p:cNvPicPr>
            <a:picLocks noChangeAspect="1"/>
          </p:cNvPicPr>
          <p:nvPr/>
        </p:nvPicPr>
        <p:blipFill>
          <a:blip r:embed="rId23" cstate="print"/>
          <a:stretch>
            <a:fillRect/>
          </a:stretch>
        </p:blipFill>
        <p:spPr>
          <a:xfrm>
            <a:off x="11555240" y="6223592"/>
            <a:ext cx="3321050" cy="657126"/>
          </a:xfrm>
          <a:prstGeom prst="rect">
            <a:avLst/>
          </a:prstGeom>
        </p:spPr>
      </p:pic>
      <p:pic>
        <p:nvPicPr>
          <p:cNvPr id="64" name="Object 63"/>
          <p:cNvPicPr>
            <a:picLocks noChangeAspect="1"/>
          </p:cNvPicPr>
          <p:nvPr/>
        </p:nvPicPr>
        <p:blipFill>
          <a:blip r:embed="rId24" cstate="print"/>
          <a:stretch>
            <a:fillRect/>
          </a:stretch>
        </p:blipFill>
        <p:spPr>
          <a:xfrm>
            <a:off x="11553335" y="6945497"/>
            <a:ext cx="3311783" cy="657126"/>
          </a:xfrm>
          <a:prstGeom prst="rect">
            <a:avLst/>
          </a:prstGeom>
        </p:spPr>
      </p:pic>
      <p:pic>
        <p:nvPicPr>
          <p:cNvPr id="65" name="Object 64"/>
          <p:cNvPicPr>
            <a:picLocks noChangeAspect="1"/>
          </p:cNvPicPr>
          <p:nvPr/>
        </p:nvPicPr>
        <p:blipFill>
          <a:blip r:embed="rId25" cstate="print"/>
          <a:stretch>
            <a:fillRect/>
          </a:stretch>
        </p:blipFill>
        <p:spPr>
          <a:xfrm>
            <a:off x="11560954" y="7629307"/>
            <a:ext cx="3301707" cy="657126"/>
          </a:xfrm>
          <a:prstGeom prst="rect">
            <a:avLst/>
          </a:prstGeom>
        </p:spPr>
      </p:pic>
      <p:pic>
        <p:nvPicPr>
          <p:cNvPr id="66" name="Object 65"/>
          <p:cNvPicPr>
            <a:picLocks noChangeAspect="1"/>
          </p:cNvPicPr>
          <p:nvPr/>
        </p:nvPicPr>
        <p:blipFill>
          <a:blip r:embed="rId26" cstate="print"/>
          <a:stretch>
            <a:fillRect/>
          </a:stretch>
        </p:blipFill>
        <p:spPr>
          <a:xfrm>
            <a:off x="16026504" y="329578"/>
            <a:ext cx="2334526" cy="105394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0</Words>
  <Application>Microsoft Office PowerPoint</Application>
  <PresentationFormat>사용자 지정</PresentationFormat>
  <Paragraphs>0</Paragraphs>
  <Slides>21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officegen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officegen</dc:creator>
  <cp:lastModifiedBy>김보연 과기대</cp:lastModifiedBy>
  <cp:revision>3</cp:revision>
  <dcterms:created xsi:type="dcterms:W3CDTF">2023-12-06T23:34:16Z</dcterms:created>
  <dcterms:modified xsi:type="dcterms:W3CDTF">2023-12-06T14:55:12Z</dcterms:modified>
</cp:coreProperties>
</file>